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74" r:id="rId2"/>
    <p:sldId id="275" r:id="rId3"/>
    <p:sldId id="277" r:id="rId4"/>
    <p:sldId id="276" r:id="rId5"/>
    <p:sldId id="278" r:id="rId6"/>
    <p:sldId id="279" r:id="rId7"/>
    <p:sldId id="280" r:id="rId8"/>
    <p:sldId id="281" r:id="rId9"/>
    <p:sldId id="28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4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operation with step-by-step example on excel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cell </a:t>
            </a:r>
          </a:p>
          <a:p>
            <a:r>
              <a:rPr lang="en-US" dirty="0"/>
              <a:t>Write cell </a:t>
            </a:r>
          </a:p>
          <a:p>
            <a:r>
              <a:rPr lang="en-US" dirty="0"/>
              <a:t>Read range </a:t>
            </a:r>
          </a:p>
          <a:p>
            <a:r>
              <a:rPr lang="en-US" dirty="0"/>
              <a:t>Write range </a:t>
            </a:r>
          </a:p>
          <a:p>
            <a:r>
              <a:rPr lang="en-US" dirty="0"/>
              <a:t>Append range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348740"/>
            <a:ext cx="5791200" cy="406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4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– Read Cell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Read the value of a cell from an Excel file</a:t>
            </a:r>
          </a:p>
          <a:p>
            <a:r>
              <a:rPr lang="en-US" dirty="0"/>
              <a:t>we have to read the value of the B3 cell:</a:t>
            </a:r>
          </a:p>
          <a:p>
            <a:r>
              <a:rPr lang="en-US" dirty="0"/>
              <a:t>Drag and drop a Flowchart activity and drag and drop an Excel application scope</a:t>
            </a:r>
          </a:p>
          <a:p>
            <a:r>
              <a:rPr lang="en-US" dirty="0"/>
              <a:t>Drag and drop the Read Cell activity – The Result output Create a variable of type string</a:t>
            </a:r>
          </a:p>
          <a:p>
            <a:r>
              <a:rPr lang="en-US" dirty="0"/>
              <a:t>3. Drag and drop a Message box  and add result output variable in it.</a:t>
            </a:r>
          </a:p>
          <a:p>
            <a:r>
              <a:rPr lang="en-US" dirty="0"/>
              <a:t>Run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934527"/>
            <a:ext cx="4293108" cy="296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7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– Write Cell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Read the value of a cell from an Excel file</a:t>
            </a:r>
          </a:p>
          <a:p>
            <a:r>
              <a:rPr lang="en-US" dirty="0"/>
              <a:t>we have to read the value of the A4 cell:</a:t>
            </a:r>
          </a:p>
          <a:p>
            <a:r>
              <a:rPr lang="en-US" dirty="0"/>
              <a:t>Drag and drop a Flowchart activity and drag and drop an Excel application scope</a:t>
            </a:r>
          </a:p>
          <a:p>
            <a:r>
              <a:rPr lang="en-US" dirty="0"/>
              <a:t>Drag and drop the Write Cell activity –Specify the cell name”A4”  in the Write </a:t>
            </a:r>
            <a:r>
              <a:rPr lang="en-US" dirty="0" err="1"/>
              <a:t>Celll</a:t>
            </a:r>
            <a:r>
              <a:rPr lang="en-US" dirty="0"/>
              <a:t> and give the value required</a:t>
            </a:r>
          </a:p>
          <a:p>
            <a:r>
              <a:rPr lang="en-US" dirty="0"/>
              <a:t>Run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065" y="1512570"/>
            <a:ext cx="4022830" cy="337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1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Excel: Read Range</a:t>
            </a:r>
            <a:br>
              <a:rPr lang="en-US" dirty="0"/>
            </a:br>
            <a:r>
              <a:rPr lang="en-US" dirty="0"/>
              <a:t>No Range Parameter acts as Simple Read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Drag and drop a Flowchart activity and drag and drop an Excel application scope</a:t>
            </a:r>
          </a:p>
          <a:p>
            <a:r>
              <a:rPr lang="en-US" dirty="0"/>
              <a:t>In Excel application scope  Drag and drop the Read Range activity – The Output property Create a variable of type data table</a:t>
            </a:r>
          </a:p>
          <a:p>
            <a:r>
              <a:rPr lang="en-US" dirty="0"/>
              <a:t>In Excel application scope Drag and drop an Output Data Table activity </a:t>
            </a:r>
          </a:p>
          <a:p>
            <a:pPr lvl="1"/>
            <a:r>
              <a:rPr lang="en-US" dirty="0"/>
              <a:t>Specify Data Table property</a:t>
            </a:r>
          </a:p>
          <a:p>
            <a:pPr lvl="1"/>
            <a:r>
              <a:rPr lang="en-US" dirty="0"/>
              <a:t>Specify Output Data Table property</a:t>
            </a:r>
          </a:p>
          <a:p>
            <a:r>
              <a:rPr lang="en-US" dirty="0"/>
              <a:t>Drag and drop a Message box activity inside the Excel application scope activity.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1052858"/>
            <a:ext cx="4192524" cy="512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86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Excel Write range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1. Drag and drop a Build data table activity from the Activities panel.  Change column and rows according to requirement</a:t>
            </a:r>
          </a:p>
          <a:p>
            <a:r>
              <a:rPr lang="en-US" dirty="0"/>
              <a:t>2. create table accordingly like Roll No. Name and data of </a:t>
            </a:r>
            <a:r>
              <a:rPr lang="en-US" dirty="0" err="1"/>
              <a:t>atleast</a:t>
            </a:r>
            <a:r>
              <a:rPr lang="en-US" dirty="0"/>
              <a:t> 3</a:t>
            </a:r>
            <a:r>
              <a:rPr lang="en-IN" dirty="0"/>
              <a:t> and specify the variable name of type data table</a:t>
            </a:r>
          </a:p>
          <a:p>
            <a:r>
              <a:rPr lang="en-US" dirty="0"/>
              <a:t>3. Drag and drop excel application scope and connect this with build data table  in step 2</a:t>
            </a:r>
          </a:p>
          <a:p>
            <a:r>
              <a:rPr lang="en-US" dirty="0"/>
              <a:t>4. Specify data table variable name and set it as data table property inside write range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868680"/>
            <a:ext cx="4475988" cy="35145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967" y="4383276"/>
            <a:ext cx="1986456" cy="224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0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 Range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1. Drag and drop the Flowchart activity and drag and drop the Excel application scope </a:t>
            </a:r>
          </a:p>
          <a:p>
            <a:r>
              <a:rPr lang="en-US" dirty="0"/>
              <a:t>The Append Range activity requires a data table</a:t>
            </a:r>
          </a:p>
          <a:p>
            <a:r>
              <a:rPr lang="en-US" dirty="0"/>
              <a:t>2. Drag and drop the Read Range activity inside the Excel application scope activity. </a:t>
            </a:r>
            <a:r>
              <a:rPr lang="en-IN" dirty="0"/>
              <a:t>Create a data table variable</a:t>
            </a:r>
          </a:p>
          <a:p>
            <a:r>
              <a:rPr lang="en-US" dirty="0"/>
              <a:t>3. Drag and drop the Append Range activity inside the Excel application scope activity. Specify the Excel file path in the Append Range activity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094" y="868680"/>
            <a:ext cx="3674745" cy="26736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3542374"/>
            <a:ext cx="4133088" cy="297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4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CSV/Excel to data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Drag and drop the Flowchart activity and Drag and drop the Excel Application scope inside the flowchart</a:t>
            </a:r>
          </a:p>
          <a:p>
            <a:r>
              <a:rPr lang="en-US" dirty="0"/>
              <a:t>Drag and drop the Read Range activity from the Activities panel inside the Excel application scope. Create a variable of type data table and specify it in the Output property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822" y="868679"/>
            <a:ext cx="3479018" cy="284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0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CSV/Excel to data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Drag and drop the Output Data Table activity inside the Excel application scope activity.</a:t>
            </a:r>
          </a:p>
          <a:p>
            <a:pPr lvl="1"/>
            <a:r>
              <a:rPr lang="en-US" dirty="0"/>
              <a:t>the Data Table property  </a:t>
            </a:r>
          </a:p>
          <a:p>
            <a:pPr lvl="2"/>
            <a:r>
              <a:rPr lang="en-US" dirty="0"/>
              <a:t>The Data Table property of the Output Data Table activity is used to convert the Data Table into string format.</a:t>
            </a:r>
          </a:p>
          <a:p>
            <a:pPr lvl="1"/>
            <a:r>
              <a:rPr lang="en-US" dirty="0"/>
              <a:t>the text property</a:t>
            </a:r>
          </a:p>
          <a:p>
            <a:pPr lvl="2"/>
            <a:r>
              <a:rPr lang="en-US" dirty="0"/>
              <a:t>The text property is used to supply its value in a string format.</a:t>
            </a:r>
          </a:p>
          <a:p>
            <a:r>
              <a:rPr lang="en-US" dirty="0"/>
              <a:t>Drag and drop a Message box activity inside the Excel application scope activity.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00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data table and then writing all its data to an 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Drag and drop a Build data table activity from the Activities panel. Make table accordingly</a:t>
            </a:r>
          </a:p>
          <a:p>
            <a:r>
              <a:rPr lang="en-US" dirty="0"/>
              <a:t>Create a variable of type Data Table. Give it a meaningful name. Specify this data table's name in the Data Table property of the Build data table activity</a:t>
            </a:r>
          </a:p>
          <a:p>
            <a:r>
              <a:rPr lang="en-US" dirty="0"/>
              <a:t>Drag and drop the Excel application scope inside the main Designer window. Specify the Excel sheet's path or manually select it.</a:t>
            </a:r>
          </a:p>
          <a:p>
            <a:pPr lvl="1"/>
            <a:r>
              <a:rPr lang="en-US" dirty="0"/>
              <a:t>Connect this activity to the Build Data table activity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68692"/>
            <a:ext cx="3474720" cy="307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46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data table and then writing all its data to an 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Inside the Excel application scope activity, drag and drop the Write Range activity. Specify the data table variable name</a:t>
            </a:r>
          </a:p>
          <a:p>
            <a:r>
              <a:rPr lang="en-US" dirty="0"/>
              <a:t>That's it. Hit the Run button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472156"/>
            <a:ext cx="4479254" cy="370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6064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512</TotalTime>
  <Words>659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Corbel</vt:lpstr>
      <vt:lpstr>Wingdings 2</vt:lpstr>
      <vt:lpstr>Frame</vt:lpstr>
      <vt:lpstr>File operation with step-by-step example on excel</vt:lpstr>
      <vt:lpstr>Excel – Read Cell</vt:lpstr>
      <vt:lpstr>Excel – Write Cell</vt:lpstr>
      <vt:lpstr>Excel: Read Range No Range Parameter acts as Simple Read</vt:lpstr>
      <vt:lpstr>Excel Write range</vt:lpstr>
      <vt:lpstr>Append Range</vt:lpstr>
      <vt:lpstr>CSV/Excel to data table</vt:lpstr>
      <vt:lpstr>CSV/Excel to data table</vt:lpstr>
      <vt:lpstr>Creating a data table and then writing all its data to an Excel file</vt:lpstr>
      <vt:lpstr>Creating a data table and then writing all its data to an Excel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RPA Data Manipulation</dc:title>
  <dc:creator>Sreeadhya</dc:creator>
  <cp:lastModifiedBy>R Sarath Babu</cp:lastModifiedBy>
  <cp:revision>31</cp:revision>
  <dcterms:created xsi:type="dcterms:W3CDTF">2022-06-12T14:14:50Z</dcterms:created>
  <dcterms:modified xsi:type="dcterms:W3CDTF">2025-08-28T04:21:10Z</dcterms:modified>
</cp:coreProperties>
</file>