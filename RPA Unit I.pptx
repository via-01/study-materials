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  <p:sldId id="274" r:id="rId13"/>
    <p:sldId id="275" r:id="rId14"/>
    <p:sldId id="276" r:id="rId15"/>
    <p:sldId id="270" r:id="rId16"/>
    <p:sldId id="268" r:id="rId17"/>
    <p:sldId id="269" r:id="rId18"/>
    <p:sldId id="267" r:id="rId19"/>
    <p:sldId id="271" r:id="rId20"/>
    <p:sldId id="272" r:id="rId21"/>
    <p:sldId id="273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3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954ABA-9487-407C-A165-4FF957784EF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806A939-477B-453C-A41A-54BB38538996}">
      <dgm:prSet/>
      <dgm:spPr/>
      <dgm:t>
        <a:bodyPr/>
        <a:lstStyle/>
        <a:p>
          <a:pPr rtl="0"/>
          <a:r>
            <a:rPr lang="en-US"/>
            <a:t>automation and software development are two different terms.</a:t>
          </a:r>
          <a:endParaRPr lang="en-IN"/>
        </a:p>
      </dgm:t>
    </dgm:pt>
    <dgm:pt modelId="{D226D912-37E6-4D03-B37E-B06F9B7A641B}" type="parTrans" cxnId="{87040DE9-FF22-45F4-A3DD-5EE5D19DE260}">
      <dgm:prSet/>
      <dgm:spPr/>
      <dgm:t>
        <a:bodyPr/>
        <a:lstStyle/>
        <a:p>
          <a:endParaRPr lang="en-US"/>
        </a:p>
      </dgm:t>
    </dgm:pt>
    <dgm:pt modelId="{22493ABA-CEF6-4DB3-8700-3D9A87E5B937}" type="sibTrans" cxnId="{87040DE9-FF22-45F4-A3DD-5EE5D19DE260}">
      <dgm:prSet/>
      <dgm:spPr/>
      <dgm:t>
        <a:bodyPr/>
        <a:lstStyle/>
        <a:p>
          <a:endParaRPr lang="en-US"/>
        </a:p>
      </dgm:t>
    </dgm:pt>
    <dgm:pt modelId="{E51E3BB9-D35E-4BAD-A0DB-A95C73065569}">
      <dgm:prSet/>
      <dgm:spPr/>
      <dgm:t>
        <a:bodyPr/>
        <a:lstStyle/>
        <a:p>
          <a:pPr rtl="0"/>
          <a:r>
            <a:rPr lang="en-US"/>
            <a:t>If some portion of a workflow can be programmed to be done without human intervention, it can be called automation</a:t>
          </a:r>
          <a:endParaRPr lang="en-IN"/>
        </a:p>
      </dgm:t>
    </dgm:pt>
    <dgm:pt modelId="{18B27C57-F3C1-4048-B2E9-AEF269852CD1}" type="parTrans" cxnId="{03F19FC0-6557-469D-959F-57C222873513}">
      <dgm:prSet/>
      <dgm:spPr/>
      <dgm:t>
        <a:bodyPr/>
        <a:lstStyle/>
        <a:p>
          <a:endParaRPr lang="en-US"/>
        </a:p>
      </dgm:t>
    </dgm:pt>
    <dgm:pt modelId="{816FD875-9481-437B-9F37-1C2474566358}" type="sibTrans" cxnId="{03F19FC0-6557-469D-959F-57C222873513}">
      <dgm:prSet/>
      <dgm:spPr/>
      <dgm:t>
        <a:bodyPr/>
        <a:lstStyle/>
        <a:p>
          <a:endParaRPr lang="en-US"/>
        </a:p>
      </dgm:t>
    </dgm:pt>
    <dgm:pt modelId="{BAAA6A66-DE0D-4EED-B5FB-4514995752B9}">
      <dgm:prSet/>
      <dgm:spPr/>
      <dgm:t>
        <a:bodyPr/>
        <a:lstStyle/>
        <a:p>
          <a:pPr rtl="0"/>
          <a:r>
            <a:rPr lang="en-US"/>
            <a:t>in order to pass any invoice in a payment system, xxxx at ABC organization needs to check that goods have been delivered and recorded in an inventory management system</a:t>
          </a:r>
          <a:endParaRPr lang="en-IN"/>
        </a:p>
      </dgm:t>
    </dgm:pt>
    <dgm:pt modelId="{977C1730-B31D-4979-B2B3-0E06E7D5F55C}" type="parTrans" cxnId="{977FA272-AB7E-4C0D-BE20-2590BCE9742E}">
      <dgm:prSet/>
      <dgm:spPr/>
      <dgm:t>
        <a:bodyPr/>
        <a:lstStyle/>
        <a:p>
          <a:endParaRPr lang="en-US"/>
        </a:p>
      </dgm:t>
    </dgm:pt>
    <dgm:pt modelId="{6D7FDD0D-A8A4-432C-8D57-93A5C9F12256}" type="sibTrans" cxnId="{977FA272-AB7E-4C0D-BE20-2590BCE9742E}">
      <dgm:prSet/>
      <dgm:spPr/>
      <dgm:t>
        <a:bodyPr/>
        <a:lstStyle/>
        <a:p>
          <a:endParaRPr lang="en-US"/>
        </a:p>
      </dgm:t>
    </dgm:pt>
    <dgm:pt modelId="{EBA72842-E3D2-4F54-8B94-70CE21ADCE13}">
      <dgm:prSet/>
      <dgm:spPr/>
      <dgm:t>
        <a:bodyPr/>
        <a:lstStyle/>
        <a:p>
          <a:pPr rtl="0"/>
          <a:r>
            <a:rPr lang="en-US"/>
            <a:t>Solution is to integrate those to systems using database integration techniques. </a:t>
          </a:r>
          <a:endParaRPr lang="en-IN"/>
        </a:p>
      </dgm:t>
    </dgm:pt>
    <dgm:pt modelId="{0B42DD32-76F4-4F6E-B16D-DB25B825B485}" type="parTrans" cxnId="{27336867-342F-4527-9238-293EE7CAAD4C}">
      <dgm:prSet/>
      <dgm:spPr/>
      <dgm:t>
        <a:bodyPr/>
        <a:lstStyle/>
        <a:p>
          <a:endParaRPr lang="en-US"/>
        </a:p>
      </dgm:t>
    </dgm:pt>
    <dgm:pt modelId="{A07111F6-C787-4654-89FB-2F7304B5CC9D}" type="sibTrans" cxnId="{27336867-342F-4527-9238-293EE7CAAD4C}">
      <dgm:prSet/>
      <dgm:spPr/>
      <dgm:t>
        <a:bodyPr/>
        <a:lstStyle/>
        <a:p>
          <a:endParaRPr lang="en-US"/>
        </a:p>
      </dgm:t>
    </dgm:pt>
    <dgm:pt modelId="{EB207088-B830-42F5-997E-5FA6149E4AD6}">
      <dgm:prSet/>
      <dgm:spPr/>
      <dgm:t>
        <a:bodyPr/>
        <a:lstStyle/>
        <a:p>
          <a:pPr rtl="0"/>
          <a:r>
            <a:rPr lang="en-US"/>
            <a:t>i.e., a procedure that fetch data from inventory and automate check of receivables</a:t>
          </a:r>
          <a:endParaRPr lang="en-IN"/>
        </a:p>
      </dgm:t>
    </dgm:pt>
    <dgm:pt modelId="{1E511ECD-1E1B-4962-A69C-081C932472E3}" type="parTrans" cxnId="{EE50D77F-91CD-43FE-94FD-6AE9C5FEC19B}">
      <dgm:prSet/>
      <dgm:spPr/>
      <dgm:t>
        <a:bodyPr/>
        <a:lstStyle/>
        <a:p>
          <a:endParaRPr lang="en-US"/>
        </a:p>
      </dgm:t>
    </dgm:pt>
    <dgm:pt modelId="{70F0BDD4-D0AB-4B69-B144-94DA66019AAA}" type="sibTrans" cxnId="{EE50D77F-91CD-43FE-94FD-6AE9C5FEC19B}">
      <dgm:prSet/>
      <dgm:spPr/>
      <dgm:t>
        <a:bodyPr/>
        <a:lstStyle/>
        <a:p>
          <a:endParaRPr lang="en-US"/>
        </a:p>
      </dgm:t>
    </dgm:pt>
    <dgm:pt modelId="{96F23183-5FC5-4EC8-90E4-8985FE8FD0C1}">
      <dgm:prSet/>
      <dgm:spPr/>
      <dgm:t>
        <a:bodyPr/>
        <a:lstStyle/>
        <a:p>
          <a:pPr rtl="0"/>
          <a:r>
            <a:rPr lang="en-US"/>
            <a:t>Developing an inventory management software system is called software development, while programming a step so that no more human intervention is required is called automation</a:t>
          </a:r>
          <a:endParaRPr lang="en-IN"/>
        </a:p>
      </dgm:t>
    </dgm:pt>
    <dgm:pt modelId="{25D14CB1-456D-4D9F-8467-11C8F9B3653E}" type="parTrans" cxnId="{5C1DBAD2-AA03-4A0D-9012-791AB196A027}">
      <dgm:prSet/>
      <dgm:spPr/>
      <dgm:t>
        <a:bodyPr/>
        <a:lstStyle/>
        <a:p>
          <a:endParaRPr lang="en-US"/>
        </a:p>
      </dgm:t>
    </dgm:pt>
    <dgm:pt modelId="{A20F6BD4-3682-4D53-92CF-C5BD3E4FDB1F}" type="sibTrans" cxnId="{5C1DBAD2-AA03-4A0D-9012-791AB196A027}">
      <dgm:prSet/>
      <dgm:spPr/>
      <dgm:t>
        <a:bodyPr/>
        <a:lstStyle/>
        <a:p>
          <a:endParaRPr lang="en-US"/>
        </a:p>
      </dgm:t>
    </dgm:pt>
    <dgm:pt modelId="{89A23E61-766B-4DEA-BB0A-AA04485F76DF}" type="pres">
      <dgm:prSet presAssocID="{CB954ABA-9487-407C-A165-4FF957784EF5}" presName="linear" presStyleCnt="0">
        <dgm:presLayoutVars>
          <dgm:animLvl val="lvl"/>
          <dgm:resizeHandles val="exact"/>
        </dgm:presLayoutVars>
      </dgm:prSet>
      <dgm:spPr/>
    </dgm:pt>
    <dgm:pt modelId="{DFB48B8E-E524-4914-8DAC-E1CAE6D9A776}" type="pres">
      <dgm:prSet presAssocID="{D806A939-477B-453C-A41A-54BB3853899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16D9A4F-C250-4DF8-8CAC-E883E08B1BC2}" type="pres">
      <dgm:prSet presAssocID="{22493ABA-CEF6-4DB3-8700-3D9A87E5B937}" presName="spacer" presStyleCnt="0"/>
      <dgm:spPr/>
    </dgm:pt>
    <dgm:pt modelId="{1ED2C7C3-85E6-466C-8BDF-78E5128E4DC8}" type="pres">
      <dgm:prSet presAssocID="{E51E3BB9-D35E-4BAD-A0DB-A95C7306556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D07F43C-4A23-4335-A4E1-C81E100121D7}" type="pres">
      <dgm:prSet presAssocID="{E51E3BB9-D35E-4BAD-A0DB-A95C73065569}" presName="childText" presStyleLbl="revTx" presStyleIdx="0" presStyleCnt="1">
        <dgm:presLayoutVars>
          <dgm:bulletEnabled val="1"/>
        </dgm:presLayoutVars>
      </dgm:prSet>
      <dgm:spPr/>
    </dgm:pt>
    <dgm:pt modelId="{DD695054-E88A-407A-8946-7911471A4006}" type="pres">
      <dgm:prSet presAssocID="{96F23183-5FC5-4EC8-90E4-8985FE8FD0C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C84AE2E-AD7E-40EF-BDAF-137B6D26A864}" type="presOf" srcId="{CB954ABA-9487-407C-A165-4FF957784EF5}" destId="{89A23E61-766B-4DEA-BB0A-AA04485F76DF}" srcOrd="0" destOrd="0" presId="urn:microsoft.com/office/officeart/2005/8/layout/vList2"/>
    <dgm:cxn modelId="{27336867-342F-4527-9238-293EE7CAAD4C}" srcId="{E51E3BB9-D35E-4BAD-A0DB-A95C73065569}" destId="{EBA72842-E3D2-4F54-8B94-70CE21ADCE13}" srcOrd="1" destOrd="0" parTransId="{0B42DD32-76F4-4F6E-B16D-DB25B825B485}" sibTransId="{A07111F6-C787-4654-89FB-2F7304B5CC9D}"/>
    <dgm:cxn modelId="{FFD15068-C6EF-4B33-8307-B39A082516C0}" type="presOf" srcId="{E51E3BB9-D35E-4BAD-A0DB-A95C73065569}" destId="{1ED2C7C3-85E6-466C-8BDF-78E5128E4DC8}" srcOrd="0" destOrd="0" presId="urn:microsoft.com/office/officeart/2005/8/layout/vList2"/>
    <dgm:cxn modelId="{977FA272-AB7E-4C0D-BE20-2590BCE9742E}" srcId="{E51E3BB9-D35E-4BAD-A0DB-A95C73065569}" destId="{BAAA6A66-DE0D-4EED-B5FB-4514995752B9}" srcOrd="0" destOrd="0" parTransId="{977C1730-B31D-4979-B2B3-0E06E7D5F55C}" sibTransId="{6D7FDD0D-A8A4-432C-8D57-93A5C9F12256}"/>
    <dgm:cxn modelId="{D8422353-FBD9-4D54-B257-19B7D2234A33}" type="presOf" srcId="{D806A939-477B-453C-A41A-54BB38538996}" destId="{DFB48B8E-E524-4914-8DAC-E1CAE6D9A776}" srcOrd="0" destOrd="0" presId="urn:microsoft.com/office/officeart/2005/8/layout/vList2"/>
    <dgm:cxn modelId="{77454776-2B90-4D78-B865-88E0B69CEA1D}" type="presOf" srcId="{BAAA6A66-DE0D-4EED-B5FB-4514995752B9}" destId="{4D07F43C-4A23-4335-A4E1-C81E100121D7}" srcOrd="0" destOrd="0" presId="urn:microsoft.com/office/officeart/2005/8/layout/vList2"/>
    <dgm:cxn modelId="{EE50D77F-91CD-43FE-94FD-6AE9C5FEC19B}" srcId="{E51E3BB9-D35E-4BAD-A0DB-A95C73065569}" destId="{EB207088-B830-42F5-997E-5FA6149E4AD6}" srcOrd="2" destOrd="0" parTransId="{1E511ECD-1E1B-4962-A69C-081C932472E3}" sibTransId="{70F0BDD4-D0AB-4B69-B144-94DA66019AAA}"/>
    <dgm:cxn modelId="{93952695-EED2-4814-BFA2-05B4CEB37277}" type="presOf" srcId="{EBA72842-E3D2-4F54-8B94-70CE21ADCE13}" destId="{4D07F43C-4A23-4335-A4E1-C81E100121D7}" srcOrd="0" destOrd="1" presId="urn:microsoft.com/office/officeart/2005/8/layout/vList2"/>
    <dgm:cxn modelId="{03F19FC0-6557-469D-959F-57C222873513}" srcId="{CB954ABA-9487-407C-A165-4FF957784EF5}" destId="{E51E3BB9-D35E-4BAD-A0DB-A95C73065569}" srcOrd="1" destOrd="0" parTransId="{18B27C57-F3C1-4048-B2E9-AEF269852CD1}" sibTransId="{816FD875-9481-437B-9F37-1C2474566358}"/>
    <dgm:cxn modelId="{4D8E11CD-D483-4E1B-AD6D-F0C029B9A81C}" type="presOf" srcId="{96F23183-5FC5-4EC8-90E4-8985FE8FD0C1}" destId="{DD695054-E88A-407A-8946-7911471A4006}" srcOrd="0" destOrd="0" presId="urn:microsoft.com/office/officeart/2005/8/layout/vList2"/>
    <dgm:cxn modelId="{5C1DBAD2-AA03-4A0D-9012-791AB196A027}" srcId="{CB954ABA-9487-407C-A165-4FF957784EF5}" destId="{96F23183-5FC5-4EC8-90E4-8985FE8FD0C1}" srcOrd="2" destOrd="0" parTransId="{25D14CB1-456D-4D9F-8467-11C8F9B3653E}" sibTransId="{A20F6BD4-3682-4D53-92CF-C5BD3E4FDB1F}"/>
    <dgm:cxn modelId="{87040DE9-FF22-45F4-A3DD-5EE5D19DE260}" srcId="{CB954ABA-9487-407C-A165-4FF957784EF5}" destId="{D806A939-477B-453C-A41A-54BB38538996}" srcOrd="0" destOrd="0" parTransId="{D226D912-37E6-4D03-B37E-B06F9B7A641B}" sibTransId="{22493ABA-CEF6-4DB3-8700-3D9A87E5B937}"/>
    <dgm:cxn modelId="{C5626FF1-5487-40AD-AFA2-60250F43A019}" type="presOf" srcId="{EB207088-B830-42F5-997E-5FA6149E4AD6}" destId="{4D07F43C-4A23-4335-A4E1-C81E100121D7}" srcOrd="0" destOrd="2" presId="urn:microsoft.com/office/officeart/2005/8/layout/vList2"/>
    <dgm:cxn modelId="{2BB66723-BD8A-4CD7-975F-0933A73D787A}" type="presParOf" srcId="{89A23E61-766B-4DEA-BB0A-AA04485F76DF}" destId="{DFB48B8E-E524-4914-8DAC-E1CAE6D9A776}" srcOrd="0" destOrd="0" presId="urn:microsoft.com/office/officeart/2005/8/layout/vList2"/>
    <dgm:cxn modelId="{228815A3-264D-4FC4-867C-AFCD6DEF24E1}" type="presParOf" srcId="{89A23E61-766B-4DEA-BB0A-AA04485F76DF}" destId="{216D9A4F-C250-4DF8-8CAC-E883E08B1BC2}" srcOrd="1" destOrd="0" presId="urn:microsoft.com/office/officeart/2005/8/layout/vList2"/>
    <dgm:cxn modelId="{4297C7BD-7919-498E-BD9A-0D4D78501871}" type="presParOf" srcId="{89A23E61-766B-4DEA-BB0A-AA04485F76DF}" destId="{1ED2C7C3-85E6-466C-8BDF-78E5128E4DC8}" srcOrd="2" destOrd="0" presId="urn:microsoft.com/office/officeart/2005/8/layout/vList2"/>
    <dgm:cxn modelId="{7B6B99DB-6541-495E-8BB9-B9E5B66D124B}" type="presParOf" srcId="{89A23E61-766B-4DEA-BB0A-AA04485F76DF}" destId="{4D07F43C-4A23-4335-A4E1-C81E100121D7}" srcOrd="3" destOrd="0" presId="urn:microsoft.com/office/officeart/2005/8/layout/vList2"/>
    <dgm:cxn modelId="{16A700D9-A8F3-498B-8AF6-2B24ED906A08}" type="presParOf" srcId="{89A23E61-766B-4DEA-BB0A-AA04485F76DF}" destId="{DD695054-E88A-407A-8946-7911471A400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138D58-87A7-4D2E-B0A4-35E39219463F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02CD561-806F-4076-946C-755EC038171B}">
      <dgm:prSet/>
      <dgm:spPr/>
      <dgm:t>
        <a:bodyPr/>
        <a:lstStyle/>
        <a:p>
          <a:pPr rtl="0"/>
          <a:r>
            <a:rPr lang="en-US"/>
            <a:t>The following processes should be automated: </a:t>
          </a:r>
          <a:endParaRPr lang="en-IN"/>
        </a:p>
      </dgm:t>
    </dgm:pt>
    <dgm:pt modelId="{BCA3D438-DD9D-4F8A-9C72-6C43F71DA473}" type="parTrans" cxnId="{38639A85-3532-4952-9FBE-E15B83F7EA32}">
      <dgm:prSet/>
      <dgm:spPr/>
      <dgm:t>
        <a:bodyPr/>
        <a:lstStyle/>
        <a:p>
          <a:endParaRPr lang="en-US"/>
        </a:p>
      </dgm:t>
    </dgm:pt>
    <dgm:pt modelId="{29ACC098-6555-4E23-850D-F2C58D4E906C}" type="sibTrans" cxnId="{38639A85-3532-4952-9FBE-E15B83F7EA32}">
      <dgm:prSet/>
      <dgm:spPr/>
      <dgm:t>
        <a:bodyPr/>
        <a:lstStyle/>
        <a:p>
          <a:endParaRPr lang="en-US"/>
        </a:p>
      </dgm:t>
    </dgm:pt>
    <dgm:pt modelId="{3A2A513E-5CF5-4951-A7C4-B101B0F5BCC8}">
      <dgm:prSet/>
      <dgm:spPr/>
      <dgm:t>
        <a:bodyPr/>
        <a:lstStyle/>
        <a:p>
          <a:pPr rtl="0"/>
          <a:r>
            <a:rPr lang="en-US"/>
            <a:t>Repetitive steps </a:t>
          </a:r>
          <a:endParaRPr lang="en-IN"/>
        </a:p>
      </dgm:t>
    </dgm:pt>
    <dgm:pt modelId="{88741E98-EEFF-41C9-932C-2C5672102D96}" type="parTrans" cxnId="{D29BBCA5-69AB-4F17-B0E0-41BBE104F5FB}">
      <dgm:prSet/>
      <dgm:spPr/>
      <dgm:t>
        <a:bodyPr/>
        <a:lstStyle/>
        <a:p>
          <a:endParaRPr lang="en-US"/>
        </a:p>
      </dgm:t>
    </dgm:pt>
    <dgm:pt modelId="{D81A7F8F-C9EF-478B-9E56-9E2EF5559F2A}" type="sibTrans" cxnId="{D29BBCA5-69AB-4F17-B0E0-41BBE104F5FB}">
      <dgm:prSet/>
      <dgm:spPr/>
      <dgm:t>
        <a:bodyPr/>
        <a:lstStyle/>
        <a:p>
          <a:endParaRPr lang="en-US"/>
        </a:p>
      </dgm:t>
    </dgm:pt>
    <dgm:pt modelId="{F3579EBB-D404-4405-B8AC-B6DDF462E87B}">
      <dgm:prSet/>
      <dgm:spPr/>
      <dgm:t>
        <a:bodyPr/>
        <a:lstStyle/>
        <a:p>
          <a:pPr rtl="0"/>
          <a:r>
            <a:rPr lang="en-US"/>
            <a:t>Time-consuming steps </a:t>
          </a:r>
          <a:endParaRPr lang="en-IN"/>
        </a:p>
      </dgm:t>
    </dgm:pt>
    <dgm:pt modelId="{655FD156-B19F-4B9D-8190-FA44F27BE7A4}" type="parTrans" cxnId="{2F80968A-7FE2-4A44-AD48-825E3D682387}">
      <dgm:prSet/>
      <dgm:spPr/>
      <dgm:t>
        <a:bodyPr/>
        <a:lstStyle/>
        <a:p>
          <a:endParaRPr lang="en-US"/>
        </a:p>
      </dgm:t>
    </dgm:pt>
    <dgm:pt modelId="{E261C4BB-A928-4929-AFE5-C0373095E668}" type="sibTrans" cxnId="{2F80968A-7FE2-4A44-AD48-825E3D682387}">
      <dgm:prSet/>
      <dgm:spPr/>
      <dgm:t>
        <a:bodyPr/>
        <a:lstStyle/>
        <a:p>
          <a:endParaRPr lang="en-US"/>
        </a:p>
      </dgm:t>
    </dgm:pt>
    <dgm:pt modelId="{80130E4F-6E1F-42BF-8A51-B12DECFDE1D5}">
      <dgm:prSet/>
      <dgm:spPr/>
      <dgm:t>
        <a:bodyPr/>
        <a:lstStyle/>
        <a:p>
          <a:pPr rtl="0"/>
          <a:r>
            <a:rPr lang="en-US"/>
            <a:t>High-risk tasks </a:t>
          </a:r>
          <a:endParaRPr lang="en-IN"/>
        </a:p>
      </dgm:t>
    </dgm:pt>
    <dgm:pt modelId="{90177EC4-BC31-4094-BA93-8386C87F34F8}" type="parTrans" cxnId="{8FD13BBC-F471-4B82-98B6-A1943DDDDCE5}">
      <dgm:prSet/>
      <dgm:spPr/>
      <dgm:t>
        <a:bodyPr/>
        <a:lstStyle/>
        <a:p>
          <a:endParaRPr lang="en-US"/>
        </a:p>
      </dgm:t>
    </dgm:pt>
    <dgm:pt modelId="{A1E479CA-C587-4FBA-956A-4998FCCC44BA}" type="sibTrans" cxnId="{8FD13BBC-F471-4B82-98B6-A1943DDDDCE5}">
      <dgm:prSet/>
      <dgm:spPr/>
      <dgm:t>
        <a:bodyPr/>
        <a:lstStyle/>
        <a:p>
          <a:endParaRPr lang="en-US"/>
        </a:p>
      </dgm:t>
    </dgm:pt>
    <dgm:pt modelId="{5EFF4303-6606-4D57-BB22-38BFB15DCAAF}">
      <dgm:prSet/>
      <dgm:spPr/>
      <dgm:t>
        <a:bodyPr/>
        <a:lstStyle/>
        <a:p>
          <a:pPr rtl="0"/>
          <a:r>
            <a:rPr lang="en-US"/>
            <a:t>Tasks with a low-quality yield </a:t>
          </a:r>
          <a:endParaRPr lang="en-IN"/>
        </a:p>
      </dgm:t>
    </dgm:pt>
    <dgm:pt modelId="{AE991907-9C78-4088-90C4-CCFD39752CAC}" type="parTrans" cxnId="{0C40BDA4-4148-4009-8A03-F099545DBCCF}">
      <dgm:prSet/>
      <dgm:spPr/>
      <dgm:t>
        <a:bodyPr/>
        <a:lstStyle/>
        <a:p>
          <a:endParaRPr lang="en-US"/>
        </a:p>
      </dgm:t>
    </dgm:pt>
    <dgm:pt modelId="{F4A3EC60-7D4A-4C0F-ADEB-0443626EDBA6}" type="sibTrans" cxnId="{0C40BDA4-4148-4009-8A03-F099545DBCCF}">
      <dgm:prSet/>
      <dgm:spPr/>
      <dgm:t>
        <a:bodyPr/>
        <a:lstStyle/>
        <a:p>
          <a:endParaRPr lang="en-US"/>
        </a:p>
      </dgm:t>
    </dgm:pt>
    <dgm:pt modelId="{9649BFF9-115B-4C09-B318-0739D5BF349C}">
      <dgm:prSet/>
      <dgm:spPr/>
      <dgm:t>
        <a:bodyPr/>
        <a:lstStyle/>
        <a:p>
          <a:pPr rtl="0"/>
          <a:r>
            <a:rPr lang="en-US"/>
            <a:t>Tasks involving multiple people and multiple steps </a:t>
          </a:r>
          <a:endParaRPr lang="en-IN"/>
        </a:p>
      </dgm:t>
    </dgm:pt>
    <dgm:pt modelId="{95F1BFEB-F15C-4A10-BA60-15ABDEA8565A}" type="parTrans" cxnId="{EB724546-7FB6-4553-A13B-83FC377BEA00}">
      <dgm:prSet/>
      <dgm:spPr/>
      <dgm:t>
        <a:bodyPr/>
        <a:lstStyle/>
        <a:p>
          <a:endParaRPr lang="en-US"/>
        </a:p>
      </dgm:t>
    </dgm:pt>
    <dgm:pt modelId="{E1E4EDA7-19F3-45FE-88F6-3B50FDE58FCE}" type="sibTrans" cxnId="{EB724546-7FB6-4553-A13B-83FC377BEA00}">
      <dgm:prSet/>
      <dgm:spPr/>
      <dgm:t>
        <a:bodyPr/>
        <a:lstStyle/>
        <a:p>
          <a:endParaRPr lang="en-US"/>
        </a:p>
      </dgm:t>
    </dgm:pt>
    <dgm:pt modelId="{95E8BEA8-3755-4414-AD9F-599A3966127D}">
      <dgm:prSet/>
      <dgm:spPr/>
      <dgm:t>
        <a:bodyPr/>
        <a:lstStyle/>
        <a:p>
          <a:pPr rtl="0"/>
          <a:r>
            <a:rPr lang="en-US"/>
            <a:t>And everything else</a:t>
          </a:r>
          <a:endParaRPr lang="en-IN"/>
        </a:p>
      </dgm:t>
    </dgm:pt>
    <dgm:pt modelId="{D4F90812-0473-4636-A148-1AF5A1B26C50}" type="parTrans" cxnId="{54B8664E-490F-4C24-BE94-5F91476F35BF}">
      <dgm:prSet/>
      <dgm:spPr/>
      <dgm:t>
        <a:bodyPr/>
        <a:lstStyle/>
        <a:p>
          <a:endParaRPr lang="en-US"/>
        </a:p>
      </dgm:t>
    </dgm:pt>
    <dgm:pt modelId="{F61425D2-1904-4C0D-9DEA-51BAD94A360A}" type="sibTrans" cxnId="{54B8664E-490F-4C24-BE94-5F91476F35BF}">
      <dgm:prSet/>
      <dgm:spPr/>
      <dgm:t>
        <a:bodyPr/>
        <a:lstStyle/>
        <a:p>
          <a:endParaRPr lang="en-US"/>
        </a:p>
      </dgm:t>
    </dgm:pt>
    <dgm:pt modelId="{A7D2A5E4-AD1A-410D-87A6-D9A1218CF67F}" type="pres">
      <dgm:prSet presAssocID="{74138D58-87A7-4D2E-B0A4-35E39219463F}" presName="linearFlow" presStyleCnt="0">
        <dgm:presLayoutVars>
          <dgm:dir/>
          <dgm:resizeHandles val="exact"/>
        </dgm:presLayoutVars>
      </dgm:prSet>
      <dgm:spPr/>
    </dgm:pt>
    <dgm:pt modelId="{9B0CBEFD-E290-4335-A8AF-7DD126B83764}" type="pres">
      <dgm:prSet presAssocID="{602CD561-806F-4076-946C-755EC038171B}" presName="composite" presStyleCnt="0"/>
      <dgm:spPr/>
    </dgm:pt>
    <dgm:pt modelId="{41949F8B-BB6D-4E86-BE28-03B7B19AF1D5}" type="pres">
      <dgm:prSet presAssocID="{602CD561-806F-4076-946C-755EC038171B}" presName="imgShp" presStyleLbl="fgImgPlace1" presStyleIdx="0" presStyleCnt="7"/>
      <dgm:spPr/>
    </dgm:pt>
    <dgm:pt modelId="{A2ACBE5F-B36F-4819-A6AE-1753FEDA5E62}" type="pres">
      <dgm:prSet presAssocID="{602CD561-806F-4076-946C-755EC038171B}" presName="txShp" presStyleLbl="node1" presStyleIdx="0" presStyleCnt="7" custScaleX="137501">
        <dgm:presLayoutVars>
          <dgm:bulletEnabled val="1"/>
        </dgm:presLayoutVars>
      </dgm:prSet>
      <dgm:spPr/>
    </dgm:pt>
    <dgm:pt modelId="{03D9E1B9-5A89-41E2-A67B-991E0BAFCEF6}" type="pres">
      <dgm:prSet presAssocID="{29ACC098-6555-4E23-850D-F2C58D4E906C}" presName="spacing" presStyleCnt="0"/>
      <dgm:spPr/>
    </dgm:pt>
    <dgm:pt modelId="{B016E85E-4A58-4E57-8898-6E227B4C81AC}" type="pres">
      <dgm:prSet presAssocID="{3A2A513E-5CF5-4951-A7C4-B101B0F5BCC8}" presName="composite" presStyleCnt="0"/>
      <dgm:spPr/>
    </dgm:pt>
    <dgm:pt modelId="{B6EA0751-F83D-4373-B61E-0CD5903083A1}" type="pres">
      <dgm:prSet presAssocID="{3A2A513E-5CF5-4951-A7C4-B101B0F5BCC8}" presName="imgShp" presStyleLbl="fgImgPlace1" presStyleIdx="1" presStyleCnt="7"/>
      <dgm:spPr/>
    </dgm:pt>
    <dgm:pt modelId="{13E7D260-D6E3-480C-BA03-2744FD561B6D}" type="pres">
      <dgm:prSet presAssocID="{3A2A513E-5CF5-4951-A7C4-B101B0F5BCC8}" presName="txShp" presStyleLbl="node1" presStyleIdx="1" presStyleCnt="7">
        <dgm:presLayoutVars>
          <dgm:bulletEnabled val="1"/>
        </dgm:presLayoutVars>
      </dgm:prSet>
      <dgm:spPr/>
    </dgm:pt>
    <dgm:pt modelId="{720E5844-6D78-47E9-85B6-A6F6BA212677}" type="pres">
      <dgm:prSet presAssocID="{D81A7F8F-C9EF-478B-9E56-9E2EF5559F2A}" presName="spacing" presStyleCnt="0"/>
      <dgm:spPr/>
    </dgm:pt>
    <dgm:pt modelId="{B32C5197-672F-462D-AAEE-E65AF9C74DE3}" type="pres">
      <dgm:prSet presAssocID="{F3579EBB-D404-4405-B8AC-B6DDF462E87B}" presName="composite" presStyleCnt="0"/>
      <dgm:spPr/>
    </dgm:pt>
    <dgm:pt modelId="{4A43DB45-892E-47D1-8178-57E1D48F646D}" type="pres">
      <dgm:prSet presAssocID="{F3579EBB-D404-4405-B8AC-B6DDF462E87B}" presName="imgShp" presStyleLbl="fgImgPlace1" presStyleIdx="2" presStyleCnt="7"/>
      <dgm:spPr/>
    </dgm:pt>
    <dgm:pt modelId="{BB5D99C0-A3DE-4DF6-9F83-83F956F22616}" type="pres">
      <dgm:prSet presAssocID="{F3579EBB-D404-4405-B8AC-B6DDF462E87B}" presName="txShp" presStyleLbl="node1" presStyleIdx="2" presStyleCnt="7">
        <dgm:presLayoutVars>
          <dgm:bulletEnabled val="1"/>
        </dgm:presLayoutVars>
      </dgm:prSet>
      <dgm:spPr/>
    </dgm:pt>
    <dgm:pt modelId="{F3F0B152-5E6A-43B2-921E-74A8C37E34A5}" type="pres">
      <dgm:prSet presAssocID="{E261C4BB-A928-4929-AFE5-C0373095E668}" presName="spacing" presStyleCnt="0"/>
      <dgm:spPr/>
    </dgm:pt>
    <dgm:pt modelId="{3CDFBF3A-3464-4732-8DF5-3EB90BCE702E}" type="pres">
      <dgm:prSet presAssocID="{80130E4F-6E1F-42BF-8A51-B12DECFDE1D5}" presName="composite" presStyleCnt="0"/>
      <dgm:spPr/>
    </dgm:pt>
    <dgm:pt modelId="{ADAE2326-8AC2-46CB-A8FC-855D6CA1EAC3}" type="pres">
      <dgm:prSet presAssocID="{80130E4F-6E1F-42BF-8A51-B12DECFDE1D5}" presName="imgShp" presStyleLbl="fgImgPlace1" presStyleIdx="3" presStyleCnt="7"/>
      <dgm:spPr/>
    </dgm:pt>
    <dgm:pt modelId="{543D17E4-273A-48E8-B8F4-B60AADA1B1D8}" type="pres">
      <dgm:prSet presAssocID="{80130E4F-6E1F-42BF-8A51-B12DECFDE1D5}" presName="txShp" presStyleLbl="node1" presStyleIdx="3" presStyleCnt="7">
        <dgm:presLayoutVars>
          <dgm:bulletEnabled val="1"/>
        </dgm:presLayoutVars>
      </dgm:prSet>
      <dgm:spPr/>
    </dgm:pt>
    <dgm:pt modelId="{823FF05E-F944-47F9-995A-F6F9BA24E7DF}" type="pres">
      <dgm:prSet presAssocID="{A1E479CA-C587-4FBA-956A-4998FCCC44BA}" presName="spacing" presStyleCnt="0"/>
      <dgm:spPr/>
    </dgm:pt>
    <dgm:pt modelId="{65078E9A-B5D2-47A8-B01C-1B4B5B01C49C}" type="pres">
      <dgm:prSet presAssocID="{5EFF4303-6606-4D57-BB22-38BFB15DCAAF}" presName="composite" presStyleCnt="0"/>
      <dgm:spPr/>
    </dgm:pt>
    <dgm:pt modelId="{0DE95A43-2C69-491C-A02D-17FF2421C7E0}" type="pres">
      <dgm:prSet presAssocID="{5EFF4303-6606-4D57-BB22-38BFB15DCAAF}" presName="imgShp" presStyleLbl="fgImgPlace1" presStyleIdx="4" presStyleCnt="7"/>
      <dgm:spPr/>
    </dgm:pt>
    <dgm:pt modelId="{2AE77D1A-DCD3-4500-91EF-93A3C5E0C147}" type="pres">
      <dgm:prSet presAssocID="{5EFF4303-6606-4D57-BB22-38BFB15DCAAF}" presName="txShp" presStyleLbl="node1" presStyleIdx="4" presStyleCnt="7">
        <dgm:presLayoutVars>
          <dgm:bulletEnabled val="1"/>
        </dgm:presLayoutVars>
      </dgm:prSet>
      <dgm:spPr/>
    </dgm:pt>
    <dgm:pt modelId="{E61D8B4C-B5A5-4456-BEC3-E6C7DFF80554}" type="pres">
      <dgm:prSet presAssocID="{F4A3EC60-7D4A-4C0F-ADEB-0443626EDBA6}" presName="spacing" presStyleCnt="0"/>
      <dgm:spPr/>
    </dgm:pt>
    <dgm:pt modelId="{E358B907-92E3-497F-80F6-90F85FBBDCC6}" type="pres">
      <dgm:prSet presAssocID="{9649BFF9-115B-4C09-B318-0739D5BF349C}" presName="composite" presStyleCnt="0"/>
      <dgm:spPr/>
    </dgm:pt>
    <dgm:pt modelId="{07559F4B-4218-49A1-8EAC-9287D6CEB808}" type="pres">
      <dgm:prSet presAssocID="{9649BFF9-115B-4C09-B318-0739D5BF349C}" presName="imgShp" presStyleLbl="fgImgPlace1" presStyleIdx="5" presStyleCnt="7"/>
      <dgm:spPr/>
    </dgm:pt>
    <dgm:pt modelId="{B5DC3F99-2E10-4145-A3F4-131F1516A18A}" type="pres">
      <dgm:prSet presAssocID="{9649BFF9-115B-4C09-B318-0739D5BF349C}" presName="txShp" presStyleLbl="node1" presStyleIdx="5" presStyleCnt="7">
        <dgm:presLayoutVars>
          <dgm:bulletEnabled val="1"/>
        </dgm:presLayoutVars>
      </dgm:prSet>
      <dgm:spPr/>
    </dgm:pt>
    <dgm:pt modelId="{8727E54E-F4DE-44EC-AE3F-F1D89B4CC51C}" type="pres">
      <dgm:prSet presAssocID="{E1E4EDA7-19F3-45FE-88F6-3B50FDE58FCE}" presName="spacing" presStyleCnt="0"/>
      <dgm:spPr/>
    </dgm:pt>
    <dgm:pt modelId="{0AB6BD15-4663-4136-976D-F0F7496CB73E}" type="pres">
      <dgm:prSet presAssocID="{95E8BEA8-3755-4414-AD9F-599A3966127D}" presName="composite" presStyleCnt="0"/>
      <dgm:spPr/>
    </dgm:pt>
    <dgm:pt modelId="{21CBB5B3-4858-440C-AAAA-1C017A28FB88}" type="pres">
      <dgm:prSet presAssocID="{95E8BEA8-3755-4414-AD9F-599A3966127D}" presName="imgShp" presStyleLbl="fgImgPlace1" presStyleIdx="6" presStyleCnt="7"/>
      <dgm:spPr/>
    </dgm:pt>
    <dgm:pt modelId="{B515A03A-93EB-4F36-B796-B056161BDFF7}" type="pres">
      <dgm:prSet presAssocID="{95E8BEA8-3755-4414-AD9F-599A3966127D}" presName="txShp" presStyleLbl="node1" presStyleIdx="6" presStyleCnt="7">
        <dgm:presLayoutVars>
          <dgm:bulletEnabled val="1"/>
        </dgm:presLayoutVars>
      </dgm:prSet>
      <dgm:spPr/>
    </dgm:pt>
  </dgm:ptLst>
  <dgm:cxnLst>
    <dgm:cxn modelId="{D5607707-ACE5-42B7-BA34-6C85B15D3695}" type="presOf" srcId="{74138D58-87A7-4D2E-B0A4-35E39219463F}" destId="{A7D2A5E4-AD1A-410D-87A6-D9A1218CF67F}" srcOrd="0" destOrd="0" presId="urn:microsoft.com/office/officeart/2005/8/layout/vList3"/>
    <dgm:cxn modelId="{03335B24-CA00-4323-8049-21A3AC2B97A0}" type="presOf" srcId="{80130E4F-6E1F-42BF-8A51-B12DECFDE1D5}" destId="{543D17E4-273A-48E8-B8F4-B60AADA1B1D8}" srcOrd="0" destOrd="0" presId="urn:microsoft.com/office/officeart/2005/8/layout/vList3"/>
    <dgm:cxn modelId="{47FBF23D-3D9A-44F3-93D0-CE477871420A}" type="presOf" srcId="{5EFF4303-6606-4D57-BB22-38BFB15DCAAF}" destId="{2AE77D1A-DCD3-4500-91EF-93A3C5E0C147}" srcOrd="0" destOrd="0" presId="urn:microsoft.com/office/officeart/2005/8/layout/vList3"/>
    <dgm:cxn modelId="{B345F53F-DACE-4E77-849F-2EFEA4F2BF28}" type="presOf" srcId="{3A2A513E-5CF5-4951-A7C4-B101B0F5BCC8}" destId="{13E7D260-D6E3-480C-BA03-2744FD561B6D}" srcOrd="0" destOrd="0" presId="urn:microsoft.com/office/officeart/2005/8/layout/vList3"/>
    <dgm:cxn modelId="{EB724546-7FB6-4553-A13B-83FC377BEA00}" srcId="{74138D58-87A7-4D2E-B0A4-35E39219463F}" destId="{9649BFF9-115B-4C09-B318-0739D5BF349C}" srcOrd="5" destOrd="0" parTransId="{95F1BFEB-F15C-4A10-BA60-15ABDEA8565A}" sibTransId="{E1E4EDA7-19F3-45FE-88F6-3B50FDE58FCE}"/>
    <dgm:cxn modelId="{54B8664E-490F-4C24-BE94-5F91476F35BF}" srcId="{74138D58-87A7-4D2E-B0A4-35E39219463F}" destId="{95E8BEA8-3755-4414-AD9F-599A3966127D}" srcOrd="6" destOrd="0" parTransId="{D4F90812-0473-4636-A148-1AF5A1B26C50}" sibTransId="{F61425D2-1904-4C0D-9DEA-51BAD94A360A}"/>
    <dgm:cxn modelId="{38639A85-3532-4952-9FBE-E15B83F7EA32}" srcId="{74138D58-87A7-4D2E-B0A4-35E39219463F}" destId="{602CD561-806F-4076-946C-755EC038171B}" srcOrd="0" destOrd="0" parTransId="{BCA3D438-DD9D-4F8A-9C72-6C43F71DA473}" sibTransId="{29ACC098-6555-4E23-850D-F2C58D4E906C}"/>
    <dgm:cxn modelId="{2F80968A-7FE2-4A44-AD48-825E3D682387}" srcId="{74138D58-87A7-4D2E-B0A4-35E39219463F}" destId="{F3579EBB-D404-4405-B8AC-B6DDF462E87B}" srcOrd="2" destOrd="0" parTransId="{655FD156-B19F-4B9D-8190-FA44F27BE7A4}" sibTransId="{E261C4BB-A928-4929-AFE5-C0373095E668}"/>
    <dgm:cxn modelId="{E0401597-314E-46DE-BD85-66BFDB149398}" type="presOf" srcId="{9649BFF9-115B-4C09-B318-0739D5BF349C}" destId="{B5DC3F99-2E10-4145-A3F4-131F1516A18A}" srcOrd="0" destOrd="0" presId="urn:microsoft.com/office/officeart/2005/8/layout/vList3"/>
    <dgm:cxn modelId="{0C40BDA4-4148-4009-8A03-F099545DBCCF}" srcId="{74138D58-87A7-4D2E-B0A4-35E39219463F}" destId="{5EFF4303-6606-4D57-BB22-38BFB15DCAAF}" srcOrd="4" destOrd="0" parTransId="{AE991907-9C78-4088-90C4-CCFD39752CAC}" sibTransId="{F4A3EC60-7D4A-4C0F-ADEB-0443626EDBA6}"/>
    <dgm:cxn modelId="{D29BBCA5-69AB-4F17-B0E0-41BBE104F5FB}" srcId="{74138D58-87A7-4D2E-B0A4-35E39219463F}" destId="{3A2A513E-5CF5-4951-A7C4-B101B0F5BCC8}" srcOrd="1" destOrd="0" parTransId="{88741E98-EEFF-41C9-932C-2C5672102D96}" sibTransId="{D81A7F8F-C9EF-478B-9E56-9E2EF5559F2A}"/>
    <dgm:cxn modelId="{A99700A7-9219-4F71-AB1E-E061ECEE0881}" type="presOf" srcId="{602CD561-806F-4076-946C-755EC038171B}" destId="{A2ACBE5F-B36F-4819-A6AE-1753FEDA5E62}" srcOrd="0" destOrd="0" presId="urn:microsoft.com/office/officeart/2005/8/layout/vList3"/>
    <dgm:cxn modelId="{8FD13BBC-F471-4B82-98B6-A1943DDDDCE5}" srcId="{74138D58-87A7-4D2E-B0A4-35E39219463F}" destId="{80130E4F-6E1F-42BF-8A51-B12DECFDE1D5}" srcOrd="3" destOrd="0" parTransId="{90177EC4-BC31-4094-BA93-8386C87F34F8}" sibTransId="{A1E479CA-C587-4FBA-956A-4998FCCC44BA}"/>
    <dgm:cxn modelId="{D909FBBE-A07A-40C8-8B3E-E3BBCBE42219}" type="presOf" srcId="{F3579EBB-D404-4405-B8AC-B6DDF462E87B}" destId="{BB5D99C0-A3DE-4DF6-9F83-83F956F22616}" srcOrd="0" destOrd="0" presId="urn:microsoft.com/office/officeart/2005/8/layout/vList3"/>
    <dgm:cxn modelId="{1FCCA0F5-7955-4582-8607-CE74C383D441}" type="presOf" srcId="{95E8BEA8-3755-4414-AD9F-599A3966127D}" destId="{B515A03A-93EB-4F36-B796-B056161BDFF7}" srcOrd="0" destOrd="0" presId="urn:microsoft.com/office/officeart/2005/8/layout/vList3"/>
    <dgm:cxn modelId="{904D43ED-1963-4418-95CD-B0A36174BA3F}" type="presParOf" srcId="{A7D2A5E4-AD1A-410D-87A6-D9A1218CF67F}" destId="{9B0CBEFD-E290-4335-A8AF-7DD126B83764}" srcOrd="0" destOrd="0" presId="urn:microsoft.com/office/officeart/2005/8/layout/vList3"/>
    <dgm:cxn modelId="{2ED59A1A-C8A0-4A52-8C74-160444089296}" type="presParOf" srcId="{9B0CBEFD-E290-4335-A8AF-7DD126B83764}" destId="{41949F8B-BB6D-4E86-BE28-03B7B19AF1D5}" srcOrd="0" destOrd="0" presId="urn:microsoft.com/office/officeart/2005/8/layout/vList3"/>
    <dgm:cxn modelId="{C8997307-B8A8-4054-B7A0-FE5D4E942CCD}" type="presParOf" srcId="{9B0CBEFD-E290-4335-A8AF-7DD126B83764}" destId="{A2ACBE5F-B36F-4819-A6AE-1753FEDA5E62}" srcOrd="1" destOrd="0" presId="urn:microsoft.com/office/officeart/2005/8/layout/vList3"/>
    <dgm:cxn modelId="{07B64A6B-C654-4F30-A01C-AAE1C918B0EA}" type="presParOf" srcId="{A7D2A5E4-AD1A-410D-87A6-D9A1218CF67F}" destId="{03D9E1B9-5A89-41E2-A67B-991E0BAFCEF6}" srcOrd="1" destOrd="0" presId="urn:microsoft.com/office/officeart/2005/8/layout/vList3"/>
    <dgm:cxn modelId="{ABFD3D4D-365F-49C7-B711-01901D8E330A}" type="presParOf" srcId="{A7D2A5E4-AD1A-410D-87A6-D9A1218CF67F}" destId="{B016E85E-4A58-4E57-8898-6E227B4C81AC}" srcOrd="2" destOrd="0" presId="urn:microsoft.com/office/officeart/2005/8/layout/vList3"/>
    <dgm:cxn modelId="{45EF50F1-E560-4B9B-96BB-781A457BE3DB}" type="presParOf" srcId="{B016E85E-4A58-4E57-8898-6E227B4C81AC}" destId="{B6EA0751-F83D-4373-B61E-0CD5903083A1}" srcOrd="0" destOrd="0" presId="urn:microsoft.com/office/officeart/2005/8/layout/vList3"/>
    <dgm:cxn modelId="{5BA19B27-07F4-4326-99BA-750442A7BA73}" type="presParOf" srcId="{B016E85E-4A58-4E57-8898-6E227B4C81AC}" destId="{13E7D260-D6E3-480C-BA03-2744FD561B6D}" srcOrd="1" destOrd="0" presId="urn:microsoft.com/office/officeart/2005/8/layout/vList3"/>
    <dgm:cxn modelId="{B87AFA60-275E-4C54-A4C7-2D16BA354C25}" type="presParOf" srcId="{A7D2A5E4-AD1A-410D-87A6-D9A1218CF67F}" destId="{720E5844-6D78-47E9-85B6-A6F6BA212677}" srcOrd="3" destOrd="0" presId="urn:microsoft.com/office/officeart/2005/8/layout/vList3"/>
    <dgm:cxn modelId="{6FCDBE2E-2244-404F-9EE8-8C43D1FFDE34}" type="presParOf" srcId="{A7D2A5E4-AD1A-410D-87A6-D9A1218CF67F}" destId="{B32C5197-672F-462D-AAEE-E65AF9C74DE3}" srcOrd="4" destOrd="0" presId="urn:microsoft.com/office/officeart/2005/8/layout/vList3"/>
    <dgm:cxn modelId="{3F50604E-51F4-40CD-92C0-DC5DFC2E7577}" type="presParOf" srcId="{B32C5197-672F-462D-AAEE-E65AF9C74DE3}" destId="{4A43DB45-892E-47D1-8178-57E1D48F646D}" srcOrd="0" destOrd="0" presId="urn:microsoft.com/office/officeart/2005/8/layout/vList3"/>
    <dgm:cxn modelId="{B2D3E0B7-B707-47B3-A892-5CBE850BA132}" type="presParOf" srcId="{B32C5197-672F-462D-AAEE-E65AF9C74DE3}" destId="{BB5D99C0-A3DE-4DF6-9F83-83F956F22616}" srcOrd="1" destOrd="0" presId="urn:microsoft.com/office/officeart/2005/8/layout/vList3"/>
    <dgm:cxn modelId="{64B7C7E7-50A0-4FBE-B3FA-3F6631E1AA14}" type="presParOf" srcId="{A7D2A5E4-AD1A-410D-87A6-D9A1218CF67F}" destId="{F3F0B152-5E6A-43B2-921E-74A8C37E34A5}" srcOrd="5" destOrd="0" presId="urn:microsoft.com/office/officeart/2005/8/layout/vList3"/>
    <dgm:cxn modelId="{80B419C5-4302-48A4-9C07-EE178FBFA97F}" type="presParOf" srcId="{A7D2A5E4-AD1A-410D-87A6-D9A1218CF67F}" destId="{3CDFBF3A-3464-4732-8DF5-3EB90BCE702E}" srcOrd="6" destOrd="0" presId="urn:microsoft.com/office/officeart/2005/8/layout/vList3"/>
    <dgm:cxn modelId="{D4AD5C8F-CF66-42AE-8243-DECB49190B0A}" type="presParOf" srcId="{3CDFBF3A-3464-4732-8DF5-3EB90BCE702E}" destId="{ADAE2326-8AC2-46CB-A8FC-855D6CA1EAC3}" srcOrd="0" destOrd="0" presId="urn:microsoft.com/office/officeart/2005/8/layout/vList3"/>
    <dgm:cxn modelId="{8B643231-4A18-4D1D-88A9-9A4ADAF35B2B}" type="presParOf" srcId="{3CDFBF3A-3464-4732-8DF5-3EB90BCE702E}" destId="{543D17E4-273A-48E8-B8F4-B60AADA1B1D8}" srcOrd="1" destOrd="0" presId="urn:microsoft.com/office/officeart/2005/8/layout/vList3"/>
    <dgm:cxn modelId="{DF2FE56E-D8F7-4BD0-8A22-6280FBD90B9F}" type="presParOf" srcId="{A7D2A5E4-AD1A-410D-87A6-D9A1218CF67F}" destId="{823FF05E-F944-47F9-995A-F6F9BA24E7DF}" srcOrd="7" destOrd="0" presId="urn:microsoft.com/office/officeart/2005/8/layout/vList3"/>
    <dgm:cxn modelId="{4BD7D541-52A3-4408-82B9-7616B3D7E506}" type="presParOf" srcId="{A7D2A5E4-AD1A-410D-87A6-D9A1218CF67F}" destId="{65078E9A-B5D2-47A8-B01C-1B4B5B01C49C}" srcOrd="8" destOrd="0" presId="urn:microsoft.com/office/officeart/2005/8/layout/vList3"/>
    <dgm:cxn modelId="{A9187A52-4045-4E93-81EA-510B835C8678}" type="presParOf" srcId="{65078E9A-B5D2-47A8-B01C-1B4B5B01C49C}" destId="{0DE95A43-2C69-491C-A02D-17FF2421C7E0}" srcOrd="0" destOrd="0" presId="urn:microsoft.com/office/officeart/2005/8/layout/vList3"/>
    <dgm:cxn modelId="{56EB0C8F-3580-4DCB-929A-E105693EEC2F}" type="presParOf" srcId="{65078E9A-B5D2-47A8-B01C-1B4B5B01C49C}" destId="{2AE77D1A-DCD3-4500-91EF-93A3C5E0C147}" srcOrd="1" destOrd="0" presId="urn:microsoft.com/office/officeart/2005/8/layout/vList3"/>
    <dgm:cxn modelId="{BF6E06E3-E8FB-4FE2-BCAE-549537777827}" type="presParOf" srcId="{A7D2A5E4-AD1A-410D-87A6-D9A1218CF67F}" destId="{E61D8B4C-B5A5-4456-BEC3-E6C7DFF80554}" srcOrd="9" destOrd="0" presId="urn:microsoft.com/office/officeart/2005/8/layout/vList3"/>
    <dgm:cxn modelId="{9455563E-8C98-4976-A6EE-7DFC496322A4}" type="presParOf" srcId="{A7D2A5E4-AD1A-410D-87A6-D9A1218CF67F}" destId="{E358B907-92E3-497F-80F6-90F85FBBDCC6}" srcOrd="10" destOrd="0" presId="urn:microsoft.com/office/officeart/2005/8/layout/vList3"/>
    <dgm:cxn modelId="{41388731-3405-483B-A063-556910B78D97}" type="presParOf" srcId="{E358B907-92E3-497F-80F6-90F85FBBDCC6}" destId="{07559F4B-4218-49A1-8EAC-9287D6CEB808}" srcOrd="0" destOrd="0" presId="urn:microsoft.com/office/officeart/2005/8/layout/vList3"/>
    <dgm:cxn modelId="{F0A6F1F6-C12B-4491-95CA-B5732419B850}" type="presParOf" srcId="{E358B907-92E3-497F-80F6-90F85FBBDCC6}" destId="{B5DC3F99-2E10-4145-A3F4-131F1516A18A}" srcOrd="1" destOrd="0" presId="urn:microsoft.com/office/officeart/2005/8/layout/vList3"/>
    <dgm:cxn modelId="{7CFE26C6-33BE-4E07-A51F-55BFDFD18120}" type="presParOf" srcId="{A7D2A5E4-AD1A-410D-87A6-D9A1218CF67F}" destId="{8727E54E-F4DE-44EC-AE3F-F1D89B4CC51C}" srcOrd="11" destOrd="0" presId="urn:microsoft.com/office/officeart/2005/8/layout/vList3"/>
    <dgm:cxn modelId="{1F4ADEA5-18D3-49EE-9986-8F3DD52E56A7}" type="presParOf" srcId="{A7D2A5E4-AD1A-410D-87A6-D9A1218CF67F}" destId="{0AB6BD15-4663-4136-976D-F0F7496CB73E}" srcOrd="12" destOrd="0" presId="urn:microsoft.com/office/officeart/2005/8/layout/vList3"/>
    <dgm:cxn modelId="{627963F9-DAED-47D1-B9CD-5D448C6EC4EE}" type="presParOf" srcId="{0AB6BD15-4663-4136-976D-F0F7496CB73E}" destId="{21CBB5B3-4858-440C-AAAA-1C017A28FB88}" srcOrd="0" destOrd="0" presId="urn:microsoft.com/office/officeart/2005/8/layout/vList3"/>
    <dgm:cxn modelId="{A6DE61A6-B31C-4E6E-BCAE-7AE754A95E0E}" type="presParOf" srcId="{0AB6BD15-4663-4136-976D-F0F7496CB73E}" destId="{B515A03A-93EB-4F36-B796-B056161BDFF7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3CA248-B12F-4A9B-8BEA-FEB6702CA5F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077D10B-8CAD-41DE-90B0-D2EA2C694234}">
      <dgm:prSet custT="1"/>
      <dgm:spPr/>
      <dgm:t>
        <a:bodyPr/>
        <a:lstStyle/>
        <a:p>
          <a:pPr rtl="0"/>
          <a:r>
            <a:rPr lang="en-US" sz="1600"/>
            <a:t>Well defined and rule-based steps </a:t>
          </a:r>
          <a:endParaRPr lang="en-IN" sz="1600"/>
        </a:p>
      </dgm:t>
    </dgm:pt>
    <dgm:pt modelId="{C770E544-B3E6-4BBE-A59B-753A04854A71}" type="parTrans" cxnId="{E2360890-97CA-49FF-8F2E-540C4F1E61B8}">
      <dgm:prSet/>
      <dgm:spPr/>
      <dgm:t>
        <a:bodyPr/>
        <a:lstStyle/>
        <a:p>
          <a:endParaRPr lang="en-US" sz="2400"/>
        </a:p>
      </dgm:t>
    </dgm:pt>
    <dgm:pt modelId="{F1AAB44E-EE94-4DCE-AF29-7F50DB506B20}" type="sibTrans" cxnId="{E2360890-97CA-49FF-8F2E-540C4F1E61B8}">
      <dgm:prSet/>
      <dgm:spPr/>
      <dgm:t>
        <a:bodyPr/>
        <a:lstStyle/>
        <a:p>
          <a:endParaRPr lang="en-US" sz="2400"/>
        </a:p>
      </dgm:t>
    </dgm:pt>
    <dgm:pt modelId="{DDD36828-88A1-445F-BA31-2902C960F0D0}">
      <dgm:prSet custT="1"/>
      <dgm:spPr/>
      <dgm:t>
        <a:bodyPr/>
        <a:lstStyle/>
        <a:p>
          <a:pPr rtl="0"/>
          <a:r>
            <a:rPr lang="en-US" sz="1600"/>
            <a:t>Logical </a:t>
          </a:r>
          <a:endParaRPr lang="en-IN" sz="1600"/>
        </a:p>
      </dgm:t>
    </dgm:pt>
    <dgm:pt modelId="{22582381-9CEA-4F9C-AC21-66D32FFF1281}" type="parTrans" cxnId="{DD62A2ED-3D53-49E0-86D3-25F61EBF7485}">
      <dgm:prSet/>
      <dgm:spPr/>
      <dgm:t>
        <a:bodyPr/>
        <a:lstStyle/>
        <a:p>
          <a:endParaRPr lang="en-US" sz="2400"/>
        </a:p>
      </dgm:t>
    </dgm:pt>
    <dgm:pt modelId="{109DD639-BFEB-4121-A861-980BD0B22299}" type="sibTrans" cxnId="{DD62A2ED-3D53-49E0-86D3-25F61EBF7485}">
      <dgm:prSet/>
      <dgm:spPr/>
      <dgm:t>
        <a:bodyPr/>
        <a:lstStyle/>
        <a:p>
          <a:endParaRPr lang="en-US" sz="2400"/>
        </a:p>
      </dgm:t>
    </dgm:pt>
    <dgm:pt modelId="{354B5FC0-87F4-40C3-AC98-CBA76B7BC4A8}">
      <dgm:prSet custT="1"/>
      <dgm:spPr/>
      <dgm:t>
        <a:bodyPr/>
        <a:lstStyle/>
        <a:p>
          <a:pPr rtl="0"/>
          <a:r>
            <a:rPr lang="en-US" sz="1600"/>
            <a:t>An input to the task can be diverted to the software system </a:t>
          </a:r>
          <a:endParaRPr lang="en-IN" sz="1600"/>
        </a:p>
      </dgm:t>
    </dgm:pt>
    <dgm:pt modelId="{0083E472-4156-43B3-AF84-B68A8808CC60}" type="parTrans" cxnId="{C5CB10B9-B339-4E01-ABCD-ABBC56DE0A44}">
      <dgm:prSet/>
      <dgm:spPr/>
      <dgm:t>
        <a:bodyPr/>
        <a:lstStyle/>
        <a:p>
          <a:endParaRPr lang="en-US" sz="2400"/>
        </a:p>
      </dgm:t>
    </dgm:pt>
    <dgm:pt modelId="{15994F96-E1BF-4C57-B0E4-951652B168F9}" type="sibTrans" cxnId="{C5CB10B9-B339-4E01-ABCD-ABBC56DE0A44}">
      <dgm:prSet/>
      <dgm:spPr/>
      <dgm:t>
        <a:bodyPr/>
        <a:lstStyle/>
        <a:p>
          <a:endParaRPr lang="en-US" sz="2400"/>
        </a:p>
      </dgm:t>
    </dgm:pt>
    <dgm:pt modelId="{11EA9754-0060-4A6A-9DA0-671439ABD078}">
      <dgm:prSet custT="1"/>
      <dgm:spPr/>
      <dgm:t>
        <a:bodyPr/>
        <a:lstStyle/>
        <a:p>
          <a:pPr rtl="0"/>
          <a:r>
            <a:rPr lang="en-US" sz="1600"/>
            <a:t>Input can be deciphered by software systems with available techniques </a:t>
          </a:r>
          <a:endParaRPr lang="en-IN" sz="1600"/>
        </a:p>
      </dgm:t>
    </dgm:pt>
    <dgm:pt modelId="{18EB5874-035F-4075-9713-5AA3F7916E90}" type="parTrans" cxnId="{E29798D2-955E-4988-9320-849CA3C34C4E}">
      <dgm:prSet/>
      <dgm:spPr/>
      <dgm:t>
        <a:bodyPr/>
        <a:lstStyle/>
        <a:p>
          <a:endParaRPr lang="en-US" sz="2400"/>
        </a:p>
      </dgm:t>
    </dgm:pt>
    <dgm:pt modelId="{76D610C3-21FE-4CEB-BEC2-D059993973B5}" type="sibTrans" cxnId="{E29798D2-955E-4988-9320-849CA3C34C4E}">
      <dgm:prSet/>
      <dgm:spPr/>
      <dgm:t>
        <a:bodyPr/>
        <a:lstStyle/>
        <a:p>
          <a:endParaRPr lang="en-US" sz="2400"/>
        </a:p>
      </dgm:t>
    </dgm:pt>
    <dgm:pt modelId="{394AD546-9D11-4BD4-9E01-170B16BA116E}">
      <dgm:prSet custT="1"/>
      <dgm:spPr/>
      <dgm:t>
        <a:bodyPr/>
        <a:lstStyle/>
        <a:p>
          <a:pPr rtl="0"/>
          <a:r>
            <a:rPr lang="en-US" sz="1600"/>
            <a:t>The output system is accessible </a:t>
          </a:r>
          <a:endParaRPr lang="en-IN" sz="1600"/>
        </a:p>
      </dgm:t>
    </dgm:pt>
    <dgm:pt modelId="{90473B76-73D5-4049-B99B-694B75760F31}" type="parTrans" cxnId="{5B17C3CC-1EBE-4809-8BF0-B792C0EDDB57}">
      <dgm:prSet/>
      <dgm:spPr/>
      <dgm:t>
        <a:bodyPr/>
        <a:lstStyle/>
        <a:p>
          <a:endParaRPr lang="en-US" sz="2400"/>
        </a:p>
      </dgm:t>
    </dgm:pt>
    <dgm:pt modelId="{651DEB45-10EF-422E-9C00-AF812F073276}" type="sibTrans" cxnId="{5B17C3CC-1EBE-4809-8BF0-B792C0EDDB57}">
      <dgm:prSet/>
      <dgm:spPr/>
      <dgm:t>
        <a:bodyPr/>
        <a:lstStyle/>
        <a:p>
          <a:endParaRPr lang="en-US" sz="2400"/>
        </a:p>
      </dgm:t>
    </dgm:pt>
    <dgm:pt modelId="{67608EEA-1EB3-45B9-9541-A266C093D1D9}">
      <dgm:prSet custT="1"/>
      <dgm:spPr/>
      <dgm:t>
        <a:bodyPr/>
        <a:lstStyle/>
        <a:p>
          <a:pPr rtl="0"/>
          <a:r>
            <a:rPr lang="en-US" sz="1600"/>
            <a:t>Benefits are more than the cost</a:t>
          </a:r>
          <a:endParaRPr lang="en-IN" sz="1600"/>
        </a:p>
      </dgm:t>
    </dgm:pt>
    <dgm:pt modelId="{75261729-5363-498D-951A-1C9E4E1AE592}" type="parTrans" cxnId="{DF39F5CA-8633-4EF5-90CC-41F5F8662EFE}">
      <dgm:prSet/>
      <dgm:spPr/>
      <dgm:t>
        <a:bodyPr/>
        <a:lstStyle/>
        <a:p>
          <a:endParaRPr lang="en-US" sz="2400"/>
        </a:p>
      </dgm:t>
    </dgm:pt>
    <dgm:pt modelId="{1A01B91B-5275-458D-ADDB-4816DE66B5EA}" type="sibTrans" cxnId="{DF39F5CA-8633-4EF5-90CC-41F5F8662EFE}">
      <dgm:prSet/>
      <dgm:spPr/>
      <dgm:t>
        <a:bodyPr/>
        <a:lstStyle/>
        <a:p>
          <a:endParaRPr lang="en-US" sz="2400"/>
        </a:p>
      </dgm:t>
    </dgm:pt>
    <dgm:pt modelId="{9EE98E9A-2B37-4A81-A688-8467F0CDBCB4}" type="pres">
      <dgm:prSet presAssocID="{333CA248-B12F-4A9B-8BEA-FEB6702CA5F2}" presName="linear" presStyleCnt="0">
        <dgm:presLayoutVars>
          <dgm:dir/>
          <dgm:animLvl val="lvl"/>
          <dgm:resizeHandles val="exact"/>
        </dgm:presLayoutVars>
      </dgm:prSet>
      <dgm:spPr/>
    </dgm:pt>
    <dgm:pt modelId="{C9A2F32F-7571-4CC4-B500-B5CF29049C17}" type="pres">
      <dgm:prSet presAssocID="{2077D10B-8CAD-41DE-90B0-D2EA2C694234}" presName="parentLin" presStyleCnt="0"/>
      <dgm:spPr/>
    </dgm:pt>
    <dgm:pt modelId="{1C25410A-440B-4AD2-9538-792E2506CDAD}" type="pres">
      <dgm:prSet presAssocID="{2077D10B-8CAD-41DE-90B0-D2EA2C694234}" presName="parentLeftMargin" presStyleLbl="node1" presStyleIdx="0" presStyleCnt="6"/>
      <dgm:spPr/>
    </dgm:pt>
    <dgm:pt modelId="{F193538E-FF29-4D86-ADDE-A41422108E7A}" type="pres">
      <dgm:prSet presAssocID="{2077D10B-8CAD-41DE-90B0-D2EA2C69423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52C19BB-D5DA-476D-8FEB-A75698008611}" type="pres">
      <dgm:prSet presAssocID="{2077D10B-8CAD-41DE-90B0-D2EA2C694234}" presName="negativeSpace" presStyleCnt="0"/>
      <dgm:spPr/>
    </dgm:pt>
    <dgm:pt modelId="{038B65CA-1C8F-45F0-B10E-CD862A557797}" type="pres">
      <dgm:prSet presAssocID="{2077D10B-8CAD-41DE-90B0-D2EA2C694234}" presName="childText" presStyleLbl="conFgAcc1" presStyleIdx="0" presStyleCnt="6">
        <dgm:presLayoutVars>
          <dgm:bulletEnabled val="1"/>
        </dgm:presLayoutVars>
      </dgm:prSet>
      <dgm:spPr/>
    </dgm:pt>
    <dgm:pt modelId="{7456387B-26BE-4E8C-A675-701B1E337AA7}" type="pres">
      <dgm:prSet presAssocID="{F1AAB44E-EE94-4DCE-AF29-7F50DB506B20}" presName="spaceBetweenRectangles" presStyleCnt="0"/>
      <dgm:spPr/>
    </dgm:pt>
    <dgm:pt modelId="{0AC10553-CFC7-438A-9471-372097C344F3}" type="pres">
      <dgm:prSet presAssocID="{DDD36828-88A1-445F-BA31-2902C960F0D0}" presName="parentLin" presStyleCnt="0"/>
      <dgm:spPr/>
    </dgm:pt>
    <dgm:pt modelId="{DC6D340B-5A76-44BE-A3DA-5DDAF00418FC}" type="pres">
      <dgm:prSet presAssocID="{DDD36828-88A1-445F-BA31-2902C960F0D0}" presName="parentLeftMargin" presStyleLbl="node1" presStyleIdx="0" presStyleCnt="6"/>
      <dgm:spPr/>
    </dgm:pt>
    <dgm:pt modelId="{9B6060EE-5406-4389-8152-C3BD11152CFB}" type="pres">
      <dgm:prSet presAssocID="{DDD36828-88A1-445F-BA31-2902C960F0D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898D981-3D8F-49E0-A2B8-4690734FE7E6}" type="pres">
      <dgm:prSet presAssocID="{DDD36828-88A1-445F-BA31-2902C960F0D0}" presName="negativeSpace" presStyleCnt="0"/>
      <dgm:spPr/>
    </dgm:pt>
    <dgm:pt modelId="{57F1D758-F926-46E6-9860-83E89CD4CA4E}" type="pres">
      <dgm:prSet presAssocID="{DDD36828-88A1-445F-BA31-2902C960F0D0}" presName="childText" presStyleLbl="conFgAcc1" presStyleIdx="1" presStyleCnt="6">
        <dgm:presLayoutVars>
          <dgm:bulletEnabled val="1"/>
        </dgm:presLayoutVars>
      </dgm:prSet>
      <dgm:spPr/>
    </dgm:pt>
    <dgm:pt modelId="{4A394131-3E69-4FA0-9F04-2446907BE938}" type="pres">
      <dgm:prSet presAssocID="{109DD639-BFEB-4121-A861-980BD0B22299}" presName="spaceBetweenRectangles" presStyleCnt="0"/>
      <dgm:spPr/>
    </dgm:pt>
    <dgm:pt modelId="{EA460395-BFFE-47DA-A2B5-F60E79736364}" type="pres">
      <dgm:prSet presAssocID="{354B5FC0-87F4-40C3-AC98-CBA76B7BC4A8}" presName="parentLin" presStyleCnt="0"/>
      <dgm:spPr/>
    </dgm:pt>
    <dgm:pt modelId="{8CD3408E-C879-40BF-BD7F-436969742607}" type="pres">
      <dgm:prSet presAssocID="{354B5FC0-87F4-40C3-AC98-CBA76B7BC4A8}" presName="parentLeftMargin" presStyleLbl="node1" presStyleIdx="1" presStyleCnt="6"/>
      <dgm:spPr/>
    </dgm:pt>
    <dgm:pt modelId="{4D9A7685-CD6E-4F6B-9367-CFD6576689C2}" type="pres">
      <dgm:prSet presAssocID="{354B5FC0-87F4-40C3-AC98-CBA76B7BC4A8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DA3E261-9A09-4CCA-96BE-0EF3F69A8FAB}" type="pres">
      <dgm:prSet presAssocID="{354B5FC0-87F4-40C3-AC98-CBA76B7BC4A8}" presName="negativeSpace" presStyleCnt="0"/>
      <dgm:spPr/>
    </dgm:pt>
    <dgm:pt modelId="{C8480488-2F9C-444F-B4BF-9B50D39B057C}" type="pres">
      <dgm:prSet presAssocID="{354B5FC0-87F4-40C3-AC98-CBA76B7BC4A8}" presName="childText" presStyleLbl="conFgAcc1" presStyleIdx="2" presStyleCnt="6">
        <dgm:presLayoutVars>
          <dgm:bulletEnabled val="1"/>
        </dgm:presLayoutVars>
      </dgm:prSet>
      <dgm:spPr/>
    </dgm:pt>
    <dgm:pt modelId="{A5D27091-6451-4C58-B6EA-47C8CAB4F65F}" type="pres">
      <dgm:prSet presAssocID="{15994F96-E1BF-4C57-B0E4-951652B168F9}" presName="spaceBetweenRectangles" presStyleCnt="0"/>
      <dgm:spPr/>
    </dgm:pt>
    <dgm:pt modelId="{9FEE44C2-EF72-45E7-BED6-0C194547D263}" type="pres">
      <dgm:prSet presAssocID="{11EA9754-0060-4A6A-9DA0-671439ABD078}" presName="parentLin" presStyleCnt="0"/>
      <dgm:spPr/>
    </dgm:pt>
    <dgm:pt modelId="{D102B2EB-924C-4DF1-98E8-94294FB497F5}" type="pres">
      <dgm:prSet presAssocID="{11EA9754-0060-4A6A-9DA0-671439ABD078}" presName="parentLeftMargin" presStyleLbl="node1" presStyleIdx="2" presStyleCnt="6"/>
      <dgm:spPr/>
    </dgm:pt>
    <dgm:pt modelId="{91181DD5-C04C-4690-9657-F4EE757807E9}" type="pres">
      <dgm:prSet presAssocID="{11EA9754-0060-4A6A-9DA0-671439ABD07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4619502-DC5C-42FA-B7AA-EA0E7ED4124A}" type="pres">
      <dgm:prSet presAssocID="{11EA9754-0060-4A6A-9DA0-671439ABD078}" presName="negativeSpace" presStyleCnt="0"/>
      <dgm:spPr/>
    </dgm:pt>
    <dgm:pt modelId="{40E385FA-2DD0-4B04-8B8F-8F015BC957FA}" type="pres">
      <dgm:prSet presAssocID="{11EA9754-0060-4A6A-9DA0-671439ABD078}" presName="childText" presStyleLbl="conFgAcc1" presStyleIdx="3" presStyleCnt="6">
        <dgm:presLayoutVars>
          <dgm:bulletEnabled val="1"/>
        </dgm:presLayoutVars>
      </dgm:prSet>
      <dgm:spPr/>
    </dgm:pt>
    <dgm:pt modelId="{7B1C3D41-68A9-4AE6-B126-4870CC3090EF}" type="pres">
      <dgm:prSet presAssocID="{76D610C3-21FE-4CEB-BEC2-D059993973B5}" presName="spaceBetweenRectangles" presStyleCnt="0"/>
      <dgm:spPr/>
    </dgm:pt>
    <dgm:pt modelId="{99CF87DC-7E3C-40B5-9017-09459023C900}" type="pres">
      <dgm:prSet presAssocID="{394AD546-9D11-4BD4-9E01-170B16BA116E}" presName="parentLin" presStyleCnt="0"/>
      <dgm:spPr/>
    </dgm:pt>
    <dgm:pt modelId="{08D3E2A1-97B0-4CC5-84EB-DBAFD6508A14}" type="pres">
      <dgm:prSet presAssocID="{394AD546-9D11-4BD4-9E01-170B16BA116E}" presName="parentLeftMargin" presStyleLbl="node1" presStyleIdx="3" presStyleCnt="6"/>
      <dgm:spPr/>
    </dgm:pt>
    <dgm:pt modelId="{DBB07102-17C2-4EFE-BBAD-E804EA04F7A8}" type="pres">
      <dgm:prSet presAssocID="{394AD546-9D11-4BD4-9E01-170B16BA116E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7893B70-37EB-42ED-8064-A48845485678}" type="pres">
      <dgm:prSet presAssocID="{394AD546-9D11-4BD4-9E01-170B16BA116E}" presName="negativeSpace" presStyleCnt="0"/>
      <dgm:spPr/>
    </dgm:pt>
    <dgm:pt modelId="{1580505C-1107-4947-A3F1-21478BA0205F}" type="pres">
      <dgm:prSet presAssocID="{394AD546-9D11-4BD4-9E01-170B16BA116E}" presName="childText" presStyleLbl="conFgAcc1" presStyleIdx="4" presStyleCnt="6">
        <dgm:presLayoutVars>
          <dgm:bulletEnabled val="1"/>
        </dgm:presLayoutVars>
      </dgm:prSet>
      <dgm:spPr/>
    </dgm:pt>
    <dgm:pt modelId="{F2EC5ED9-7B2C-4F1B-A08C-994BDAEE5FEF}" type="pres">
      <dgm:prSet presAssocID="{651DEB45-10EF-422E-9C00-AF812F073276}" presName="spaceBetweenRectangles" presStyleCnt="0"/>
      <dgm:spPr/>
    </dgm:pt>
    <dgm:pt modelId="{52BE9B0B-BD3A-4F5B-84CF-A3F2F55DAE2A}" type="pres">
      <dgm:prSet presAssocID="{67608EEA-1EB3-45B9-9541-A266C093D1D9}" presName="parentLin" presStyleCnt="0"/>
      <dgm:spPr/>
    </dgm:pt>
    <dgm:pt modelId="{BCAC1A71-EB62-4908-99F5-D350EEE7E6C4}" type="pres">
      <dgm:prSet presAssocID="{67608EEA-1EB3-45B9-9541-A266C093D1D9}" presName="parentLeftMargin" presStyleLbl="node1" presStyleIdx="4" presStyleCnt="6"/>
      <dgm:spPr/>
    </dgm:pt>
    <dgm:pt modelId="{B1158A96-CE50-4DE0-B257-2CE30D6D4664}" type="pres">
      <dgm:prSet presAssocID="{67608EEA-1EB3-45B9-9541-A266C093D1D9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E3D8EFF-39B2-45E7-91F1-9B3933174535}" type="pres">
      <dgm:prSet presAssocID="{67608EEA-1EB3-45B9-9541-A266C093D1D9}" presName="negativeSpace" presStyleCnt="0"/>
      <dgm:spPr/>
    </dgm:pt>
    <dgm:pt modelId="{5D078818-E70F-49C6-999F-26A3EE314FA8}" type="pres">
      <dgm:prSet presAssocID="{67608EEA-1EB3-45B9-9541-A266C093D1D9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3C9DB71E-8338-43DD-9B22-30B180F8ACF5}" type="presOf" srcId="{DDD36828-88A1-445F-BA31-2902C960F0D0}" destId="{9B6060EE-5406-4389-8152-C3BD11152CFB}" srcOrd="1" destOrd="0" presId="urn:microsoft.com/office/officeart/2005/8/layout/list1"/>
    <dgm:cxn modelId="{36562227-3A61-41AF-BF7F-2DFCF5C6B4BD}" type="presOf" srcId="{11EA9754-0060-4A6A-9DA0-671439ABD078}" destId="{D102B2EB-924C-4DF1-98E8-94294FB497F5}" srcOrd="0" destOrd="0" presId="urn:microsoft.com/office/officeart/2005/8/layout/list1"/>
    <dgm:cxn modelId="{DBBA6433-207D-4E3B-BCD7-67D304A6E4A0}" type="presOf" srcId="{394AD546-9D11-4BD4-9E01-170B16BA116E}" destId="{DBB07102-17C2-4EFE-BBAD-E804EA04F7A8}" srcOrd="1" destOrd="0" presId="urn:microsoft.com/office/officeart/2005/8/layout/list1"/>
    <dgm:cxn modelId="{BD6DF161-017F-4907-A1FD-D8C2D9CD2CAC}" type="presOf" srcId="{DDD36828-88A1-445F-BA31-2902C960F0D0}" destId="{DC6D340B-5A76-44BE-A3DA-5DDAF00418FC}" srcOrd="0" destOrd="0" presId="urn:microsoft.com/office/officeart/2005/8/layout/list1"/>
    <dgm:cxn modelId="{F3BBCE79-E6CB-4129-B614-138DF522F33D}" type="presOf" srcId="{394AD546-9D11-4BD4-9E01-170B16BA116E}" destId="{08D3E2A1-97B0-4CC5-84EB-DBAFD6508A14}" srcOrd="0" destOrd="0" presId="urn:microsoft.com/office/officeart/2005/8/layout/list1"/>
    <dgm:cxn modelId="{00089C7B-C1AC-42D7-8FE1-FBBDE2618473}" type="presOf" srcId="{354B5FC0-87F4-40C3-AC98-CBA76B7BC4A8}" destId="{4D9A7685-CD6E-4F6B-9367-CFD6576689C2}" srcOrd="1" destOrd="0" presId="urn:microsoft.com/office/officeart/2005/8/layout/list1"/>
    <dgm:cxn modelId="{8E57A67D-84CA-4A17-866F-F2B143C8A031}" type="presOf" srcId="{67608EEA-1EB3-45B9-9541-A266C093D1D9}" destId="{BCAC1A71-EB62-4908-99F5-D350EEE7E6C4}" srcOrd="0" destOrd="0" presId="urn:microsoft.com/office/officeart/2005/8/layout/list1"/>
    <dgm:cxn modelId="{31DB6F8A-E61E-4A82-9DD0-805C38DB6BFD}" type="presOf" srcId="{11EA9754-0060-4A6A-9DA0-671439ABD078}" destId="{91181DD5-C04C-4690-9657-F4EE757807E9}" srcOrd="1" destOrd="0" presId="urn:microsoft.com/office/officeart/2005/8/layout/list1"/>
    <dgm:cxn modelId="{E2360890-97CA-49FF-8F2E-540C4F1E61B8}" srcId="{333CA248-B12F-4A9B-8BEA-FEB6702CA5F2}" destId="{2077D10B-8CAD-41DE-90B0-D2EA2C694234}" srcOrd="0" destOrd="0" parTransId="{C770E544-B3E6-4BBE-A59B-753A04854A71}" sibTransId="{F1AAB44E-EE94-4DCE-AF29-7F50DB506B20}"/>
    <dgm:cxn modelId="{640B829B-217E-43F5-97E6-06BE3D3063F7}" type="presOf" srcId="{2077D10B-8CAD-41DE-90B0-D2EA2C694234}" destId="{1C25410A-440B-4AD2-9538-792E2506CDAD}" srcOrd="0" destOrd="0" presId="urn:microsoft.com/office/officeart/2005/8/layout/list1"/>
    <dgm:cxn modelId="{E45453A1-C380-4B8A-B80A-D96AEC822581}" type="presOf" srcId="{2077D10B-8CAD-41DE-90B0-D2EA2C694234}" destId="{F193538E-FF29-4D86-ADDE-A41422108E7A}" srcOrd="1" destOrd="0" presId="urn:microsoft.com/office/officeart/2005/8/layout/list1"/>
    <dgm:cxn modelId="{EED462B3-B853-482D-BD01-09C92C0F0E6B}" type="presOf" srcId="{354B5FC0-87F4-40C3-AC98-CBA76B7BC4A8}" destId="{8CD3408E-C879-40BF-BD7F-436969742607}" srcOrd="0" destOrd="0" presId="urn:microsoft.com/office/officeart/2005/8/layout/list1"/>
    <dgm:cxn modelId="{C5CB10B9-B339-4E01-ABCD-ABBC56DE0A44}" srcId="{333CA248-B12F-4A9B-8BEA-FEB6702CA5F2}" destId="{354B5FC0-87F4-40C3-AC98-CBA76B7BC4A8}" srcOrd="2" destOrd="0" parTransId="{0083E472-4156-43B3-AF84-B68A8808CC60}" sibTransId="{15994F96-E1BF-4C57-B0E4-951652B168F9}"/>
    <dgm:cxn modelId="{DF39F5CA-8633-4EF5-90CC-41F5F8662EFE}" srcId="{333CA248-B12F-4A9B-8BEA-FEB6702CA5F2}" destId="{67608EEA-1EB3-45B9-9541-A266C093D1D9}" srcOrd="5" destOrd="0" parTransId="{75261729-5363-498D-951A-1C9E4E1AE592}" sibTransId="{1A01B91B-5275-458D-ADDB-4816DE66B5EA}"/>
    <dgm:cxn modelId="{5B17C3CC-1EBE-4809-8BF0-B792C0EDDB57}" srcId="{333CA248-B12F-4A9B-8BEA-FEB6702CA5F2}" destId="{394AD546-9D11-4BD4-9E01-170B16BA116E}" srcOrd="4" destOrd="0" parTransId="{90473B76-73D5-4049-B99B-694B75760F31}" sibTransId="{651DEB45-10EF-422E-9C00-AF812F073276}"/>
    <dgm:cxn modelId="{600AFACD-BA37-4634-A2EC-9D77767CA935}" type="presOf" srcId="{333CA248-B12F-4A9B-8BEA-FEB6702CA5F2}" destId="{9EE98E9A-2B37-4A81-A688-8467F0CDBCB4}" srcOrd="0" destOrd="0" presId="urn:microsoft.com/office/officeart/2005/8/layout/list1"/>
    <dgm:cxn modelId="{E29798D2-955E-4988-9320-849CA3C34C4E}" srcId="{333CA248-B12F-4A9B-8BEA-FEB6702CA5F2}" destId="{11EA9754-0060-4A6A-9DA0-671439ABD078}" srcOrd="3" destOrd="0" parTransId="{18EB5874-035F-4075-9713-5AA3F7916E90}" sibTransId="{76D610C3-21FE-4CEB-BEC2-D059993973B5}"/>
    <dgm:cxn modelId="{6673ACDB-D598-4054-BD54-89C7EFE93260}" type="presOf" srcId="{67608EEA-1EB3-45B9-9541-A266C093D1D9}" destId="{B1158A96-CE50-4DE0-B257-2CE30D6D4664}" srcOrd="1" destOrd="0" presId="urn:microsoft.com/office/officeart/2005/8/layout/list1"/>
    <dgm:cxn modelId="{DD62A2ED-3D53-49E0-86D3-25F61EBF7485}" srcId="{333CA248-B12F-4A9B-8BEA-FEB6702CA5F2}" destId="{DDD36828-88A1-445F-BA31-2902C960F0D0}" srcOrd="1" destOrd="0" parTransId="{22582381-9CEA-4F9C-AC21-66D32FFF1281}" sibTransId="{109DD639-BFEB-4121-A861-980BD0B22299}"/>
    <dgm:cxn modelId="{A5A3461E-A86C-472B-9878-00EE07469399}" type="presParOf" srcId="{9EE98E9A-2B37-4A81-A688-8467F0CDBCB4}" destId="{C9A2F32F-7571-4CC4-B500-B5CF29049C17}" srcOrd="0" destOrd="0" presId="urn:microsoft.com/office/officeart/2005/8/layout/list1"/>
    <dgm:cxn modelId="{DEBF36C9-3074-4A76-9F1D-50FE257AA4BB}" type="presParOf" srcId="{C9A2F32F-7571-4CC4-B500-B5CF29049C17}" destId="{1C25410A-440B-4AD2-9538-792E2506CDAD}" srcOrd="0" destOrd="0" presId="urn:microsoft.com/office/officeart/2005/8/layout/list1"/>
    <dgm:cxn modelId="{DE8CE9B0-077F-4BA3-AC4F-97495C9EB774}" type="presParOf" srcId="{C9A2F32F-7571-4CC4-B500-B5CF29049C17}" destId="{F193538E-FF29-4D86-ADDE-A41422108E7A}" srcOrd="1" destOrd="0" presId="urn:microsoft.com/office/officeart/2005/8/layout/list1"/>
    <dgm:cxn modelId="{5AF6C2BE-9B91-4F85-BCE6-A3AD0E7D126B}" type="presParOf" srcId="{9EE98E9A-2B37-4A81-A688-8467F0CDBCB4}" destId="{252C19BB-D5DA-476D-8FEB-A75698008611}" srcOrd="1" destOrd="0" presId="urn:microsoft.com/office/officeart/2005/8/layout/list1"/>
    <dgm:cxn modelId="{10DC9585-76F9-4289-8A02-C5C745975431}" type="presParOf" srcId="{9EE98E9A-2B37-4A81-A688-8467F0CDBCB4}" destId="{038B65CA-1C8F-45F0-B10E-CD862A557797}" srcOrd="2" destOrd="0" presId="urn:microsoft.com/office/officeart/2005/8/layout/list1"/>
    <dgm:cxn modelId="{DB5728E8-5950-46D2-8ACA-B442F612D1EC}" type="presParOf" srcId="{9EE98E9A-2B37-4A81-A688-8467F0CDBCB4}" destId="{7456387B-26BE-4E8C-A675-701B1E337AA7}" srcOrd="3" destOrd="0" presId="urn:microsoft.com/office/officeart/2005/8/layout/list1"/>
    <dgm:cxn modelId="{C7400F7A-DA4C-496B-9180-266D3FACDC7A}" type="presParOf" srcId="{9EE98E9A-2B37-4A81-A688-8467F0CDBCB4}" destId="{0AC10553-CFC7-438A-9471-372097C344F3}" srcOrd="4" destOrd="0" presId="urn:microsoft.com/office/officeart/2005/8/layout/list1"/>
    <dgm:cxn modelId="{6A6E9970-008B-4AB2-A802-7EF6DE77BD88}" type="presParOf" srcId="{0AC10553-CFC7-438A-9471-372097C344F3}" destId="{DC6D340B-5A76-44BE-A3DA-5DDAF00418FC}" srcOrd="0" destOrd="0" presId="urn:microsoft.com/office/officeart/2005/8/layout/list1"/>
    <dgm:cxn modelId="{B2C43497-7461-4004-AB9C-228A504788FC}" type="presParOf" srcId="{0AC10553-CFC7-438A-9471-372097C344F3}" destId="{9B6060EE-5406-4389-8152-C3BD11152CFB}" srcOrd="1" destOrd="0" presId="urn:microsoft.com/office/officeart/2005/8/layout/list1"/>
    <dgm:cxn modelId="{760C512A-35FD-45DC-AAC5-55312FFEF0C0}" type="presParOf" srcId="{9EE98E9A-2B37-4A81-A688-8467F0CDBCB4}" destId="{A898D981-3D8F-49E0-A2B8-4690734FE7E6}" srcOrd="5" destOrd="0" presId="urn:microsoft.com/office/officeart/2005/8/layout/list1"/>
    <dgm:cxn modelId="{72742F6D-F869-4BD1-9493-4B17A3C94B9A}" type="presParOf" srcId="{9EE98E9A-2B37-4A81-A688-8467F0CDBCB4}" destId="{57F1D758-F926-46E6-9860-83E89CD4CA4E}" srcOrd="6" destOrd="0" presId="urn:microsoft.com/office/officeart/2005/8/layout/list1"/>
    <dgm:cxn modelId="{F34BBA2F-1203-43FD-AD09-BACBD3661E72}" type="presParOf" srcId="{9EE98E9A-2B37-4A81-A688-8467F0CDBCB4}" destId="{4A394131-3E69-4FA0-9F04-2446907BE938}" srcOrd="7" destOrd="0" presId="urn:microsoft.com/office/officeart/2005/8/layout/list1"/>
    <dgm:cxn modelId="{FC663D30-B74D-47BF-B080-C4CDCD76C66F}" type="presParOf" srcId="{9EE98E9A-2B37-4A81-A688-8467F0CDBCB4}" destId="{EA460395-BFFE-47DA-A2B5-F60E79736364}" srcOrd="8" destOrd="0" presId="urn:microsoft.com/office/officeart/2005/8/layout/list1"/>
    <dgm:cxn modelId="{BAFB310E-881A-48AF-AD52-C8F5B905AEB8}" type="presParOf" srcId="{EA460395-BFFE-47DA-A2B5-F60E79736364}" destId="{8CD3408E-C879-40BF-BD7F-436969742607}" srcOrd="0" destOrd="0" presId="urn:microsoft.com/office/officeart/2005/8/layout/list1"/>
    <dgm:cxn modelId="{C2AEBDC7-8F6D-4B87-85BC-4E9815CFC51E}" type="presParOf" srcId="{EA460395-BFFE-47DA-A2B5-F60E79736364}" destId="{4D9A7685-CD6E-4F6B-9367-CFD6576689C2}" srcOrd="1" destOrd="0" presId="urn:microsoft.com/office/officeart/2005/8/layout/list1"/>
    <dgm:cxn modelId="{F7605632-B38B-44BC-A033-F7CA4A50A975}" type="presParOf" srcId="{9EE98E9A-2B37-4A81-A688-8467F0CDBCB4}" destId="{9DA3E261-9A09-4CCA-96BE-0EF3F69A8FAB}" srcOrd="9" destOrd="0" presId="urn:microsoft.com/office/officeart/2005/8/layout/list1"/>
    <dgm:cxn modelId="{AF886EF6-4168-464F-B11B-D57456FA2470}" type="presParOf" srcId="{9EE98E9A-2B37-4A81-A688-8467F0CDBCB4}" destId="{C8480488-2F9C-444F-B4BF-9B50D39B057C}" srcOrd="10" destOrd="0" presId="urn:microsoft.com/office/officeart/2005/8/layout/list1"/>
    <dgm:cxn modelId="{91A81111-6429-4C30-89FB-F1F76A887598}" type="presParOf" srcId="{9EE98E9A-2B37-4A81-A688-8467F0CDBCB4}" destId="{A5D27091-6451-4C58-B6EA-47C8CAB4F65F}" srcOrd="11" destOrd="0" presId="urn:microsoft.com/office/officeart/2005/8/layout/list1"/>
    <dgm:cxn modelId="{4D6590CF-760C-4555-9A89-91D808CC691D}" type="presParOf" srcId="{9EE98E9A-2B37-4A81-A688-8467F0CDBCB4}" destId="{9FEE44C2-EF72-45E7-BED6-0C194547D263}" srcOrd="12" destOrd="0" presId="urn:microsoft.com/office/officeart/2005/8/layout/list1"/>
    <dgm:cxn modelId="{CBC63488-89A9-4DF7-A610-7033038DD432}" type="presParOf" srcId="{9FEE44C2-EF72-45E7-BED6-0C194547D263}" destId="{D102B2EB-924C-4DF1-98E8-94294FB497F5}" srcOrd="0" destOrd="0" presId="urn:microsoft.com/office/officeart/2005/8/layout/list1"/>
    <dgm:cxn modelId="{C5851205-5F0A-40BC-BDE8-830826AAF41B}" type="presParOf" srcId="{9FEE44C2-EF72-45E7-BED6-0C194547D263}" destId="{91181DD5-C04C-4690-9657-F4EE757807E9}" srcOrd="1" destOrd="0" presId="urn:microsoft.com/office/officeart/2005/8/layout/list1"/>
    <dgm:cxn modelId="{16C8659D-36A4-4D47-9EA2-DB944C1AA82A}" type="presParOf" srcId="{9EE98E9A-2B37-4A81-A688-8467F0CDBCB4}" destId="{B4619502-DC5C-42FA-B7AA-EA0E7ED4124A}" srcOrd="13" destOrd="0" presId="urn:microsoft.com/office/officeart/2005/8/layout/list1"/>
    <dgm:cxn modelId="{6A570075-4DD9-4F44-9434-CEBAD66109A8}" type="presParOf" srcId="{9EE98E9A-2B37-4A81-A688-8467F0CDBCB4}" destId="{40E385FA-2DD0-4B04-8B8F-8F015BC957FA}" srcOrd="14" destOrd="0" presId="urn:microsoft.com/office/officeart/2005/8/layout/list1"/>
    <dgm:cxn modelId="{0732EFDB-C821-437B-BB46-A78BB95689C9}" type="presParOf" srcId="{9EE98E9A-2B37-4A81-A688-8467F0CDBCB4}" destId="{7B1C3D41-68A9-4AE6-B126-4870CC3090EF}" srcOrd="15" destOrd="0" presId="urn:microsoft.com/office/officeart/2005/8/layout/list1"/>
    <dgm:cxn modelId="{FBF4FADD-7458-4C7F-B1EC-EF08429C774A}" type="presParOf" srcId="{9EE98E9A-2B37-4A81-A688-8467F0CDBCB4}" destId="{99CF87DC-7E3C-40B5-9017-09459023C900}" srcOrd="16" destOrd="0" presId="urn:microsoft.com/office/officeart/2005/8/layout/list1"/>
    <dgm:cxn modelId="{A530FE7C-DA09-4E42-8CF0-D3D441931D85}" type="presParOf" srcId="{99CF87DC-7E3C-40B5-9017-09459023C900}" destId="{08D3E2A1-97B0-4CC5-84EB-DBAFD6508A14}" srcOrd="0" destOrd="0" presId="urn:microsoft.com/office/officeart/2005/8/layout/list1"/>
    <dgm:cxn modelId="{6C7A207A-FD15-4792-9F5F-2C565D4FC2C2}" type="presParOf" srcId="{99CF87DC-7E3C-40B5-9017-09459023C900}" destId="{DBB07102-17C2-4EFE-BBAD-E804EA04F7A8}" srcOrd="1" destOrd="0" presId="urn:microsoft.com/office/officeart/2005/8/layout/list1"/>
    <dgm:cxn modelId="{A03C072C-61C9-4899-B6FA-6DB0CD8C676C}" type="presParOf" srcId="{9EE98E9A-2B37-4A81-A688-8467F0CDBCB4}" destId="{27893B70-37EB-42ED-8064-A48845485678}" srcOrd="17" destOrd="0" presId="urn:microsoft.com/office/officeart/2005/8/layout/list1"/>
    <dgm:cxn modelId="{3DC3E270-C2F9-46D0-B24A-35734404DA30}" type="presParOf" srcId="{9EE98E9A-2B37-4A81-A688-8467F0CDBCB4}" destId="{1580505C-1107-4947-A3F1-21478BA0205F}" srcOrd="18" destOrd="0" presId="urn:microsoft.com/office/officeart/2005/8/layout/list1"/>
    <dgm:cxn modelId="{589D18BE-BF42-4C80-83E3-52FA2C0F3F26}" type="presParOf" srcId="{9EE98E9A-2B37-4A81-A688-8467F0CDBCB4}" destId="{F2EC5ED9-7B2C-4F1B-A08C-994BDAEE5FEF}" srcOrd="19" destOrd="0" presId="urn:microsoft.com/office/officeart/2005/8/layout/list1"/>
    <dgm:cxn modelId="{2AFF0282-1D4F-4CE5-B69D-E85F935A228C}" type="presParOf" srcId="{9EE98E9A-2B37-4A81-A688-8467F0CDBCB4}" destId="{52BE9B0B-BD3A-4F5B-84CF-A3F2F55DAE2A}" srcOrd="20" destOrd="0" presId="urn:microsoft.com/office/officeart/2005/8/layout/list1"/>
    <dgm:cxn modelId="{63D99F05-B8AC-4016-87C9-6DDAC7778572}" type="presParOf" srcId="{52BE9B0B-BD3A-4F5B-84CF-A3F2F55DAE2A}" destId="{BCAC1A71-EB62-4908-99F5-D350EEE7E6C4}" srcOrd="0" destOrd="0" presId="urn:microsoft.com/office/officeart/2005/8/layout/list1"/>
    <dgm:cxn modelId="{09F766C3-D496-484E-8169-58D6C00BC1E6}" type="presParOf" srcId="{52BE9B0B-BD3A-4F5B-84CF-A3F2F55DAE2A}" destId="{B1158A96-CE50-4DE0-B257-2CE30D6D4664}" srcOrd="1" destOrd="0" presId="urn:microsoft.com/office/officeart/2005/8/layout/list1"/>
    <dgm:cxn modelId="{86C55BAC-4596-4809-AEFC-07C4DFE6C6BB}" type="presParOf" srcId="{9EE98E9A-2B37-4A81-A688-8467F0CDBCB4}" destId="{2E3D8EFF-39B2-45E7-91F1-9B3933174535}" srcOrd="21" destOrd="0" presId="urn:microsoft.com/office/officeart/2005/8/layout/list1"/>
    <dgm:cxn modelId="{F69C9C73-1804-40CC-B33B-1A8228DC88C0}" type="presParOf" srcId="{9EE98E9A-2B37-4A81-A688-8467F0CDBCB4}" destId="{5D078818-E70F-49C6-999F-26A3EE314FA8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482E52-52FF-449A-AC2A-47CC3241248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DA4C97-47FC-4B09-937E-163207261C54}">
      <dgm:prSet custT="1"/>
      <dgm:spPr/>
      <dgm:t>
        <a:bodyPr/>
        <a:lstStyle/>
        <a:p>
          <a:pPr rtl="0"/>
          <a:r>
            <a:rPr lang="en-US" sz="3200" dirty="0"/>
            <a:t>Custom software:</a:t>
          </a:r>
          <a:endParaRPr lang="en-IN" sz="3200" dirty="0"/>
        </a:p>
      </dgm:t>
    </dgm:pt>
    <dgm:pt modelId="{3F934277-0310-4F04-B6B7-D0189C8DF6C3}" type="parTrans" cxnId="{D8995AE3-43BB-4BB2-A656-E6AC786419AE}">
      <dgm:prSet/>
      <dgm:spPr/>
      <dgm:t>
        <a:bodyPr/>
        <a:lstStyle/>
        <a:p>
          <a:endParaRPr lang="en-US" sz="2000"/>
        </a:p>
      </dgm:t>
    </dgm:pt>
    <dgm:pt modelId="{CD4B9868-CBC3-4133-A07F-BA639D1CA511}" type="sibTrans" cxnId="{D8995AE3-43BB-4BB2-A656-E6AC786419AE}">
      <dgm:prSet/>
      <dgm:spPr/>
      <dgm:t>
        <a:bodyPr/>
        <a:lstStyle/>
        <a:p>
          <a:endParaRPr lang="en-US" sz="2000"/>
        </a:p>
      </dgm:t>
    </dgm:pt>
    <dgm:pt modelId="{C165E489-BEE1-4584-94CF-25F4BC5BB549}">
      <dgm:prSet custT="1"/>
      <dgm:spPr/>
      <dgm:t>
        <a:bodyPr/>
        <a:lstStyle/>
        <a:p>
          <a:pPr rtl="0"/>
          <a:r>
            <a:rPr lang="en-US" sz="1800" dirty="0"/>
            <a:t>Developing new software to perform repetitive tasks. </a:t>
          </a:r>
          <a:endParaRPr lang="en-IN" sz="1800" dirty="0"/>
        </a:p>
      </dgm:t>
    </dgm:pt>
    <dgm:pt modelId="{70260A2B-18A0-4CD0-8FD5-3EBFF960C105}" type="parTrans" cxnId="{A99F70C5-4EB9-4A61-B50D-B9F8B174CA3D}">
      <dgm:prSet/>
      <dgm:spPr/>
      <dgm:t>
        <a:bodyPr/>
        <a:lstStyle/>
        <a:p>
          <a:endParaRPr lang="en-US" sz="2000"/>
        </a:p>
      </dgm:t>
    </dgm:pt>
    <dgm:pt modelId="{1DFB2EA6-79D3-46B9-ACAF-8A7ACEE95886}" type="sibTrans" cxnId="{A99F70C5-4EB9-4A61-B50D-B9F8B174CA3D}">
      <dgm:prSet/>
      <dgm:spPr/>
      <dgm:t>
        <a:bodyPr/>
        <a:lstStyle/>
        <a:p>
          <a:endParaRPr lang="en-US" sz="2000"/>
        </a:p>
      </dgm:t>
    </dgm:pt>
    <dgm:pt modelId="{0C3DFC0C-766E-4A47-B88B-DC0A87D4865F}">
      <dgm:prSet custT="1"/>
      <dgm:spPr/>
      <dgm:t>
        <a:bodyPr/>
        <a:lstStyle/>
        <a:p>
          <a:pPr rtl="0"/>
          <a:r>
            <a:rPr lang="en-US" sz="3200"/>
            <a:t>Runbook: </a:t>
          </a:r>
          <a:endParaRPr lang="en-IN" sz="3200"/>
        </a:p>
      </dgm:t>
    </dgm:pt>
    <dgm:pt modelId="{C7860EDC-080B-4767-8C2B-121206E13C61}" type="parTrans" cxnId="{B41F9925-BF3F-49A7-9E91-FA589B44E973}">
      <dgm:prSet/>
      <dgm:spPr/>
      <dgm:t>
        <a:bodyPr/>
        <a:lstStyle/>
        <a:p>
          <a:endParaRPr lang="en-US" sz="2000"/>
        </a:p>
      </dgm:t>
    </dgm:pt>
    <dgm:pt modelId="{DFA33B65-B519-4023-8EF3-A68DA43E87AC}" type="sibTrans" cxnId="{B41F9925-BF3F-49A7-9E91-FA589B44E973}">
      <dgm:prSet/>
      <dgm:spPr/>
      <dgm:t>
        <a:bodyPr/>
        <a:lstStyle/>
        <a:p>
          <a:endParaRPr lang="en-US" sz="2000"/>
        </a:p>
      </dgm:t>
    </dgm:pt>
    <dgm:pt modelId="{5E2482DF-751F-4BD6-B45E-82A2D4DC2969}">
      <dgm:prSet custT="1"/>
      <dgm:spPr/>
      <dgm:t>
        <a:bodyPr/>
        <a:lstStyle/>
        <a:p>
          <a:pPr rtl="0"/>
          <a:r>
            <a:rPr lang="en-US" sz="1600" dirty="0"/>
            <a:t>Runbooks are typically used for IT-based operations. </a:t>
          </a:r>
          <a:endParaRPr lang="en-IN" sz="1600" dirty="0"/>
        </a:p>
      </dgm:t>
    </dgm:pt>
    <dgm:pt modelId="{2CFDDBE6-EBC0-4C2A-B93C-B019F426668B}" type="parTrans" cxnId="{A1157894-50F7-436B-82FC-A8DB6331417B}">
      <dgm:prSet/>
      <dgm:spPr/>
      <dgm:t>
        <a:bodyPr/>
        <a:lstStyle/>
        <a:p>
          <a:endParaRPr lang="en-US" sz="2000"/>
        </a:p>
      </dgm:t>
    </dgm:pt>
    <dgm:pt modelId="{AEA1F0F2-E6D5-4A7D-BCEB-7997F6BB9860}" type="sibTrans" cxnId="{A1157894-50F7-436B-82FC-A8DB6331417B}">
      <dgm:prSet/>
      <dgm:spPr/>
      <dgm:t>
        <a:bodyPr/>
        <a:lstStyle/>
        <a:p>
          <a:endParaRPr lang="en-US" sz="2000"/>
        </a:p>
      </dgm:t>
    </dgm:pt>
    <dgm:pt modelId="{FADED11B-4416-4C9C-B728-14564925EE8F}">
      <dgm:prSet custT="1"/>
      <dgm:spPr/>
      <dgm:t>
        <a:bodyPr/>
        <a:lstStyle/>
        <a:p>
          <a:pPr rtl="0"/>
          <a:r>
            <a:rPr lang="en-US" sz="1600"/>
            <a:t>They are a compilation of a set of commands or tasks that are performed for maintenance and other types of activities.</a:t>
          </a:r>
          <a:endParaRPr lang="en-IN" sz="1600"/>
        </a:p>
      </dgm:t>
    </dgm:pt>
    <dgm:pt modelId="{527DE6AD-EE04-43BA-A13C-8C2ADF527F87}" type="parTrans" cxnId="{CA319FE2-EB2D-45CD-B31B-547EEADE0B4F}">
      <dgm:prSet/>
      <dgm:spPr/>
      <dgm:t>
        <a:bodyPr/>
        <a:lstStyle/>
        <a:p>
          <a:endParaRPr lang="en-US" sz="2000"/>
        </a:p>
      </dgm:t>
    </dgm:pt>
    <dgm:pt modelId="{0AC8E05A-54CB-40E8-A295-7BD7B3A856E5}" type="sibTrans" cxnId="{CA319FE2-EB2D-45CD-B31B-547EEADE0B4F}">
      <dgm:prSet/>
      <dgm:spPr/>
      <dgm:t>
        <a:bodyPr/>
        <a:lstStyle/>
        <a:p>
          <a:endParaRPr lang="en-US" sz="2000"/>
        </a:p>
      </dgm:t>
    </dgm:pt>
    <dgm:pt modelId="{2E395A2C-CA7C-4372-BC95-C5AC37CC1D10}">
      <dgm:prSet custT="1"/>
      <dgm:spPr/>
      <dgm:t>
        <a:bodyPr/>
        <a:lstStyle/>
        <a:p>
          <a:pPr rtl="0"/>
          <a:r>
            <a:rPr lang="en-US" sz="1600" dirty="0"/>
            <a:t>Runbooks can be offline as well, often referred to as run commands for performing sets of tasks. </a:t>
          </a:r>
          <a:endParaRPr lang="en-IN" sz="1600" dirty="0"/>
        </a:p>
      </dgm:t>
    </dgm:pt>
    <dgm:pt modelId="{6BA7D0C0-71CA-492B-9CDF-1404D5D87719}" type="parTrans" cxnId="{897AABC5-D511-4BCB-83DB-010FB37A109A}">
      <dgm:prSet/>
      <dgm:spPr/>
      <dgm:t>
        <a:bodyPr/>
        <a:lstStyle/>
        <a:p>
          <a:endParaRPr lang="en-US" sz="2000"/>
        </a:p>
      </dgm:t>
    </dgm:pt>
    <dgm:pt modelId="{B3795AD1-4F2E-475D-A3E8-A5D60C1DC981}" type="sibTrans" cxnId="{897AABC5-D511-4BCB-83DB-010FB37A109A}">
      <dgm:prSet/>
      <dgm:spPr/>
      <dgm:t>
        <a:bodyPr/>
        <a:lstStyle/>
        <a:p>
          <a:endParaRPr lang="en-US" sz="2000"/>
        </a:p>
      </dgm:t>
    </dgm:pt>
    <dgm:pt modelId="{A91B568D-1AF8-4702-A849-B8CD6FC20ED1}">
      <dgm:prSet custT="1"/>
      <dgm:spPr/>
      <dgm:t>
        <a:bodyPr/>
        <a:lstStyle/>
        <a:p>
          <a:pPr rtl="0"/>
          <a:r>
            <a:rPr lang="en-US" sz="3200" dirty="0"/>
            <a:t>Batch: </a:t>
          </a:r>
          <a:endParaRPr lang="en-IN" sz="3200" dirty="0"/>
        </a:p>
      </dgm:t>
    </dgm:pt>
    <dgm:pt modelId="{8EEBA0AC-6C06-494D-A7BF-CD5623456F13}" type="parTrans" cxnId="{D9882E34-1C2C-4F3A-8EA2-D451E7F8039B}">
      <dgm:prSet/>
      <dgm:spPr/>
      <dgm:t>
        <a:bodyPr/>
        <a:lstStyle/>
        <a:p>
          <a:endParaRPr lang="en-US" sz="2000"/>
        </a:p>
      </dgm:t>
    </dgm:pt>
    <dgm:pt modelId="{8FC67299-6E17-414C-BA34-D0831363FF73}" type="sibTrans" cxnId="{D9882E34-1C2C-4F3A-8EA2-D451E7F8039B}">
      <dgm:prSet/>
      <dgm:spPr/>
      <dgm:t>
        <a:bodyPr/>
        <a:lstStyle/>
        <a:p>
          <a:endParaRPr lang="en-US" sz="2000"/>
        </a:p>
      </dgm:t>
    </dgm:pt>
    <dgm:pt modelId="{4093333F-982F-4F80-9285-FB6A5B92E7D4}">
      <dgm:prSet custT="1"/>
      <dgm:spPr/>
      <dgm:t>
        <a:bodyPr/>
        <a:lstStyle/>
        <a:p>
          <a:pPr rtl="0"/>
          <a:r>
            <a:rPr lang="en-US" sz="1600" dirty="0"/>
            <a:t>They used to compile a sequence of commands that could be run by a single click or command. </a:t>
          </a:r>
          <a:endParaRPr lang="en-IN" sz="1600" dirty="0"/>
        </a:p>
      </dgm:t>
    </dgm:pt>
    <dgm:pt modelId="{D05F2CBC-4DE6-4BE6-89A6-717CDD3AA2D8}" type="parTrans" cxnId="{B0CF333D-BDA6-40FB-9A0C-8382938D86EE}">
      <dgm:prSet/>
      <dgm:spPr/>
      <dgm:t>
        <a:bodyPr/>
        <a:lstStyle/>
        <a:p>
          <a:endParaRPr lang="en-US" sz="2000"/>
        </a:p>
      </dgm:t>
    </dgm:pt>
    <dgm:pt modelId="{912BB92E-3A4F-4B24-971F-74E309057ECA}" type="sibTrans" cxnId="{B0CF333D-BDA6-40FB-9A0C-8382938D86EE}">
      <dgm:prSet/>
      <dgm:spPr/>
      <dgm:t>
        <a:bodyPr/>
        <a:lstStyle/>
        <a:p>
          <a:endParaRPr lang="en-US" sz="2000"/>
        </a:p>
      </dgm:t>
    </dgm:pt>
    <dgm:pt modelId="{A6CE8753-A68F-4637-B541-F388B777371A}">
      <dgm:prSet custT="1"/>
      <dgm:spPr/>
      <dgm:t>
        <a:bodyPr/>
        <a:lstStyle/>
        <a:p>
          <a:pPr rtl="0"/>
          <a:r>
            <a:rPr lang="en-US" sz="1600"/>
            <a:t>They can also be scheduled to be run at a specific time using the scheduler.</a:t>
          </a:r>
          <a:endParaRPr lang="en-IN" sz="1600"/>
        </a:p>
      </dgm:t>
    </dgm:pt>
    <dgm:pt modelId="{6DBF978D-6F71-4690-B21B-A542E3C6C724}" type="parTrans" cxnId="{2B36BD4F-DB2E-4AFD-ADC8-26160A5082A2}">
      <dgm:prSet/>
      <dgm:spPr/>
      <dgm:t>
        <a:bodyPr/>
        <a:lstStyle/>
        <a:p>
          <a:endParaRPr lang="en-US" sz="2000"/>
        </a:p>
      </dgm:t>
    </dgm:pt>
    <dgm:pt modelId="{1640F8C3-224F-4AD9-8645-14C6B8FAE7B6}" type="sibTrans" cxnId="{2B36BD4F-DB2E-4AFD-ADC8-26160A5082A2}">
      <dgm:prSet/>
      <dgm:spPr/>
      <dgm:t>
        <a:bodyPr/>
        <a:lstStyle/>
        <a:p>
          <a:endParaRPr lang="en-US" sz="2000"/>
        </a:p>
      </dgm:t>
    </dgm:pt>
    <dgm:pt modelId="{3C2CB9FC-F9A6-4EFF-B0B3-54D362608BCD}" type="pres">
      <dgm:prSet presAssocID="{DA482E52-52FF-449A-AC2A-47CC3241248D}" presName="Name0" presStyleCnt="0">
        <dgm:presLayoutVars>
          <dgm:dir/>
          <dgm:animLvl val="lvl"/>
          <dgm:resizeHandles val="exact"/>
        </dgm:presLayoutVars>
      </dgm:prSet>
      <dgm:spPr/>
    </dgm:pt>
    <dgm:pt modelId="{B3C587BD-C38D-4148-BE4F-D99E86F15B72}" type="pres">
      <dgm:prSet presAssocID="{42DA4C97-47FC-4B09-937E-163207261C54}" presName="linNode" presStyleCnt="0"/>
      <dgm:spPr/>
    </dgm:pt>
    <dgm:pt modelId="{2A98C18C-2372-472D-8E4B-110E4A2E0D24}" type="pres">
      <dgm:prSet presAssocID="{42DA4C97-47FC-4B09-937E-163207261C54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CA0D4E4B-D67D-402D-A1BC-7522930C64B5}" type="pres">
      <dgm:prSet presAssocID="{42DA4C97-47FC-4B09-937E-163207261C54}" presName="descendantText" presStyleLbl="alignAccFollowNode1" presStyleIdx="0" presStyleCnt="3">
        <dgm:presLayoutVars>
          <dgm:bulletEnabled val="1"/>
        </dgm:presLayoutVars>
      </dgm:prSet>
      <dgm:spPr/>
    </dgm:pt>
    <dgm:pt modelId="{34975C0F-BBB0-4461-8677-904EA99FAE79}" type="pres">
      <dgm:prSet presAssocID="{CD4B9868-CBC3-4133-A07F-BA639D1CA511}" presName="sp" presStyleCnt="0"/>
      <dgm:spPr/>
    </dgm:pt>
    <dgm:pt modelId="{8EBF91EC-82BC-42B7-ABCD-B43805BBB6C4}" type="pres">
      <dgm:prSet presAssocID="{0C3DFC0C-766E-4A47-B88B-DC0A87D4865F}" presName="linNode" presStyleCnt="0"/>
      <dgm:spPr/>
    </dgm:pt>
    <dgm:pt modelId="{73A7DC60-26C9-4783-BB66-2656ACFC6BCC}" type="pres">
      <dgm:prSet presAssocID="{0C3DFC0C-766E-4A47-B88B-DC0A87D4865F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5C8542AC-CED2-4948-B92E-09BADFBAFFDE}" type="pres">
      <dgm:prSet presAssocID="{0C3DFC0C-766E-4A47-B88B-DC0A87D4865F}" presName="descendantText" presStyleLbl="alignAccFollowNode1" presStyleIdx="1" presStyleCnt="3" custScaleY="127523">
        <dgm:presLayoutVars>
          <dgm:bulletEnabled val="1"/>
        </dgm:presLayoutVars>
      </dgm:prSet>
      <dgm:spPr/>
    </dgm:pt>
    <dgm:pt modelId="{C5A27093-2D27-4585-B89A-B8DFA6E57437}" type="pres">
      <dgm:prSet presAssocID="{DFA33B65-B519-4023-8EF3-A68DA43E87AC}" presName="sp" presStyleCnt="0"/>
      <dgm:spPr/>
    </dgm:pt>
    <dgm:pt modelId="{65EFCB7A-C75A-4FB4-8730-0C65105A2C81}" type="pres">
      <dgm:prSet presAssocID="{A91B568D-1AF8-4702-A849-B8CD6FC20ED1}" presName="linNode" presStyleCnt="0"/>
      <dgm:spPr/>
    </dgm:pt>
    <dgm:pt modelId="{FDBCCBEB-21ED-478E-98C9-D0D9F832FE13}" type="pres">
      <dgm:prSet presAssocID="{A91B568D-1AF8-4702-A849-B8CD6FC20ED1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C68395FB-88D4-4855-B2AB-592CB6C4EBB6}" type="pres">
      <dgm:prSet presAssocID="{A91B568D-1AF8-4702-A849-B8CD6FC20ED1}" presName="descendantText" presStyleLbl="alignAccFollowNode1" presStyleIdx="2" presStyleCnt="3" custScaleY="114395">
        <dgm:presLayoutVars>
          <dgm:bulletEnabled val="1"/>
        </dgm:presLayoutVars>
      </dgm:prSet>
      <dgm:spPr/>
    </dgm:pt>
  </dgm:ptLst>
  <dgm:cxnLst>
    <dgm:cxn modelId="{B41F9925-BF3F-49A7-9E91-FA589B44E973}" srcId="{DA482E52-52FF-449A-AC2A-47CC3241248D}" destId="{0C3DFC0C-766E-4A47-B88B-DC0A87D4865F}" srcOrd="1" destOrd="0" parTransId="{C7860EDC-080B-4767-8C2B-121206E13C61}" sibTransId="{DFA33B65-B519-4023-8EF3-A68DA43E87AC}"/>
    <dgm:cxn modelId="{D9882E34-1C2C-4F3A-8EA2-D451E7F8039B}" srcId="{DA482E52-52FF-449A-AC2A-47CC3241248D}" destId="{A91B568D-1AF8-4702-A849-B8CD6FC20ED1}" srcOrd="2" destOrd="0" parTransId="{8EEBA0AC-6C06-494D-A7BF-CD5623456F13}" sibTransId="{8FC67299-6E17-414C-BA34-D0831363FF73}"/>
    <dgm:cxn modelId="{B0CF333D-BDA6-40FB-9A0C-8382938D86EE}" srcId="{A91B568D-1AF8-4702-A849-B8CD6FC20ED1}" destId="{4093333F-982F-4F80-9285-FB6A5B92E7D4}" srcOrd="0" destOrd="0" parTransId="{D05F2CBC-4DE6-4BE6-89A6-717CDD3AA2D8}" sibTransId="{912BB92E-3A4F-4B24-971F-74E309057ECA}"/>
    <dgm:cxn modelId="{FE9FB946-B3C1-47A3-AB4F-CA2470DD762E}" type="presOf" srcId="{4093333F-982F-4F80-9285-FB6A5B92E7D4}" destId="{C68395FB-88D4-4855-B2AB-592CB6C4EBB6}" srcOrd="0" destOrd="0" presId="urn:microsoft.com/office/officeart/2005/8/layout/vList5"/>
    <dgm:cxn modelId="{CA30134D-931E-49EA-B9F9-35F8A23DB031}" type="presOf" srcId="{FADED11B-4416-4C9C-B728-14564925EE8F}" destId="{5C8542AC-CED2-4948-B92E-09BADFBAFFDE}" srcOrd="0" destOrd="1" presId="urn:microsoft.com/office/officeart/2005/8/layout/vList5"/>
    <dgm:cxn modelId="{2B36BD4F-DB2E-4AFD-ADC8-26160A5082A2}" srcId="{A91B568D-1AF8-4702-A849-B8CD6FC20ED1}" destId="{A6CE8753-A68F-4637-B541-F388B777371A}" srcOrd="1" destOrd="0" parTransId="{6DBF978D-6F71-4690-B21B-A542E3C6C724}" sibTransId="{1640F8C3-224F-4AD9-8645-14C6B8FAE7B6}"/>
    <dgm:cxn modelId="{CC21FB74-5B19-4F2F-9837-3D83E67CE256}" type="presOf" srcId="{A91B568D-1AF8-4702-A849-B8CD6FC20ED1}" destId="{FDBCCBEB-21ED-478E-98C9-D0D9F832FE13}" srcOrd="0" destOrd="0" presId="urn:microsoft.com/office/officeart/2005/8/layout/vList5"/>
    <dgm:cxn modelId="{D51FD480-1AA4-4524-97E2-EF76E0FB9D8B}" type="presOf" srcId="{42DA4C97-47FC-4B09-937E-163207261C54}" destId="{2A98C18C-2372-472D-8E4B-110E4A2E0D24}" srcOrd="0" destOrd="0" presId="urn:microsoft.com/office/officeart/2005/8/layout/vList5"/>
    <dgm:cxn modelId="{19256588-3E4F-4BE5-B148-4A69A445520C}" type="presOf" srcId="{5E2482DF-751F-4BD6-B45E-82A2D4DC2969}" destId="{5C8542AC-CED2-4948-B92E-09BADFBAFFDE}" srcOrd="0" destOrd="0" presId="urn:microsoft.com/office/officeart/2005/8/layout/vList5"/>
    <dgm:cxn modelId="{A1157894-50F7-436B-82FC-A8DB6331417B}" srcId="{0C3DFC0C-766E-4A47-B88B-DC0A87D4865F}" destId="{5E2482DF-751F-4BD6-B45E-82A2D4DC2969}" srcOrd="0" destOrd="0" parTransId="{2CFDDBE6-EBC0-4C2A-B93C-B019F426668B}" sibTransId="{AEA1F0F2-E6D5-4A7D-BCEB-7997F6BB9860}"/>
    <dgm:cxn modelId="{6756309A-2F81-4313-B29A-F8F86D6D1F3B}" type="presOf" srcId="{A6CE8753-A68F-4637-B541-F388B777371A}" destId="{C68395FB-88D4-4855-B2AB-592CB6C4EBB6}" srcOrd="0" destOrd="1" presId="urn:microsoft.com/office/officeart/2005/8/layout/vList5"/>
    <dgm:cxn modelId="{6305A19D-4F11-40E9-9DDB-42CC38F96007}" type="presOf" srcId="{0C3DFC0C-766E-4A47-B88B-DC0A87D4865F}" destId="{73A7DC60-26C9-4783-BB66-2656ACFC6BCC}" srcOrd="0" destOrd="0" presId="urn:microsoft.com/office/officeart/2005/8/layout/vList5"/>
    <dgm:cxn modelId="{A657B4B2-C7B0-433B-921A-4D8A23D0CA29}" type="presOf" srcId="{2E395A2C-CA7C-4372-BC95-C5AC37CC1D10}" destId="{5C8542AC-CED2-4948-B92E-09BADFBAFFDE}" srcOrd="0" destOrd="2" presId="urn:microsoft.com/office/officeart/2005/8/layout/vList5"/>
    <dgm:cxn modelId="{A99F70C5-4EB9-4A61-B50D-B9F8B174CA3D}" srcId="{42DA4C97-47FC-4B09-937E-163207261C54}" destId="{C165E489-BEE1-4584-94CF-25F4BC5BB549}" srcOrd="0" destOrd="0" parTransId="{70260A2B-18A0-4CD0-8FD5-3EBFF960C105}" sibTransId="{1DFB2EA6-79D3-46B9-ACAF-8A7ACEE95886}"/>
    <dgm:cxn modelId="{897AABC5-D511-4BCB-83DB-010FB37A109A}" srcId="{0C3DFC0C-766E-4A47-B88B-DC0A87D4865F}" destId="{2E395A2C-CA7C-4372-BC95-C5AC37CC1D10}" srcOrd="2" destOrd="0" parTransId="{6BA7D0C0-71CA-492B-9CDF-1404D5D87719}" sibTransId="{B3795AD1-4F2E-475D-A3E8-A5D60C1DC981}"/>
    <dgm:cxn modelId="{CA319FE2-EB2D-45CD-B31B-547EEADE0B4F}" srcId="{0C3DFC0C-766E-4A47-B88B-DC0A87D4865F}" destId="{FADED11B-4416-4C9C-B728-14564925EE8F}" srcOrd="1" destOrd="0" parTransId="{527DE6AD-EE04-43BA-A13C-8C2ADF527F87}" sibTransId="{0AC8E05A-54CB-40E8-A295-7BD7B3A856E5}"/>
    <dgm:cxn modelId="{D8995AE3-43BB-4BB2-A656-E6AC786419AE}" srcId="{DA482E52-52FF-449A-AC2A-47CC3241248D}" destId="{42DA4C97-47FC-4B09-937E-163207261C54}" srcOrd="0" destOrd="0" parTransId="{3F934277-0310-4F04-B6B7-D0189C8DF6C3}" sibTransId="{CD4B9868-CBC3-4133-A07F-BA639D1CA511}"/>
    <dgm:cxn modelId="{5E9FB0F0-8017-4859-9A0F-9F4C0BAE4543}" type="presOf" srcId="{C165E489-BEE1-4584-94CF-25F4BC5BB549}" destId="{CA0D4E4B-D67D-402D-A1BC-7522930C64B5}" srcOrd="0" destOrd="0" presId="urn:microsoft.com/office/officeart/2005/8/layout/vList5"/>
    <dgm:cxn modelId="{699973F4-27DA-4393-BC79-7628471B2972}" type="presOf" srcId="{DA482E52-52FF-449A-AC2A-47CC3241248D}" destId="{3C2CB9FC-F9A6-4EFF-B0B3-54D362608BCD}" srcOrd="0" destOrd="0" presId="urn:microsoft.com/office/officeart/2005/8/layout/vList5"/>
    <dgm:cxn modelId="{16C4750C-7B43-4EBC-A81F-51AD54393989}" type="presParOf" srcId="{3C2CB9FC-F9A6-4EFF-B0B3-54D362608BCD}" destId="{B3C587BD-C38D-4148-BE4F-D99E86F15B72}" srcOrd="0" destOrd="0" presId="urn:microsoft.com/office/officeart/2005/8/layout/vList5"/>
    <dgm:cxn modelId="{DAA471A4-E9A5-4B35-9FD8-E265A10C1B1E}" type="presParOf" srcId="{B3C587BD-C38D-4148-BE4F-D99E86F15B72}" destId="{2A98C18C-2372-472D-8E4B-110E4A2E0D24}" srcOrd="0" destOrd="0" presId="urn:microsoft.com/office/officeart/2005/8/layout/vList5"/>
    <dgm:cxn modelId="{640F862D-EB83-4B3A-8611-8F7BB5D77AE5}" type="presParOf" srcId="{B3C587BD-C38D-4148-BE4F-D99E86F15B72}" destId="{CA0D4E4B-D67D-402D-A1BC-7522930C64B5}" srcOrd="1" destOrd="0" presId="urn:microsoft.com/office/officeart/2005/8/layout/vList5"/>
    <dgm:cxn modelId="{9CD0D62B-5E02-49FF-9E7F-02B588E143B6}" type="presParOf" srcId="{3C2CB9FC-F9A6-4EFF-B0B3-54D362608BCD}" destId="{34975C0F-BBB0-4461-8677-904EA99FAE79}" srcOrd="1" destOrd="0" presId="urn:microsoft.com/office/officeart/2005/8/layout/vList5"/>
    <dgm:cxn modelId="{6A06E577-5AF4-4AC6-9BCE-5B8876D137BC}" type="presParOf" srcId="{3C2CB9FC-F9A6-4EFF-B0B3-54D362608BCD}" destId="{8EBF91EC-82BC-42B7-ABCD-B43805BBB6C4}" srcOrd="2" destOrd="0" presId="urn:microsoft.com/office/officeart/2005/8/layout/vList5"/>
    <dgm:cxn modelId="{68302ECD-C6BA-4BF0-94BB-9DA5724A9743}" type="presParOf" srcId="{8EBF91EC-82BC-42B7-ABCD-B43805BBB6C4}" destId="{73A7DC60-26C9-4783-BB66-2656ACFC6BCC}" srcOrd="0" destOrd="0" presId="urn:microsoft.com/office/officeart/2005/8/layout/vList5"/>
    <dgm:cxn modelId="{BAF66E5F-0700-485D-8B9F-932D9A0FABF9}" type="presParOf" srcId="{8EBF91EC-82BC-42B7-ABCD-B43805BBB6C4}" destId="{5C8542AC-CED2-4948-B92E-09BADFBAFFDE}" srcOrd="1" destOrd="0" presId="urn:microsoft.com/office/officeart/2005/8/layout/vList5"/>
    <dgm:cxn modelId="{8D86F2D1-5151-407F-ACA0-5946C7C8C9E8}" type="presParOf" srcId="{3C2CB9FC-F9A6-4EFF-B0B3-54D362608BCD}" destId="{C5A27093-2D27-4585-B89A-B8DFA6E57437}" srcOrd="3" destOrd="0" presId="urn:microsoft.com/office/officeart/2005/8/layout/vList5"/>
    <dgm:cxn modelId="{C0A4598C-30BA-4549-8099-90D3ED430A77}" type="presParOf" srcId="{3C2CB9FC-F9A6-4EFF-B0B3-54D362608BCD}" destId="{65EFCB7A-C75A-4FB4-8730-0C65105A2C81}" srcOrd="4" destOrd="0" presId="urn:microsoft.com/office/officeart/2005/8/layout/vList5"/>
    <dgm:cxn modelId="{B3353568-5AC2-4CDE-92F5-B561976DA61C}" type="presParOf" srcId="{65EFCB7A-C75A-4FB4-8730-0C65105A2C81}" destId="{FDBCCBEB-21ED-478E-98C9-D0D9F832FE13}" srcOrd="0" destOrd="0" presId="urn:microsoft.com/office/officeart/2005/8/layout/vList5"/>
    <dgm:cxn modelId="{4DA290C7-F2B9-4B48-92F8-45DBA9E3384A}" type="presParOf" srcId="{65EFCB7A-C75A-4FB4-8730-0C65105A2C81}" destId="{C68395FB-88D4-4855-B2AB-592CB6C4EBB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523470F-C005-4E3E-8F81-BD3ABB8602B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4704383-24AC-46B6-86F2-AD51BA923D3E}">
      <dgm:prSet custT="1"/>
      <dgm:spPr/>
      <dgm:t>
        <a:bodyPr/>
        <a:lstStyle/>
        <a:p>
          <a:pPr rtl="0"/>
          <a:r>
            <a:rPr lang="en-US" sz="4800" dirty="0"/>
            <a:t>Wrapper </a:t>
          </a:r>
          <a:endParaRPr lang="en-IN" sz="4800" dirty="0"/>
        </a:p>
      </dgm:t>
    </dgm:pt>
    <dgm:pt modelId="{77E85B4E-47D6-4672-ACB1-956037370949}" type="parTrans" cxnId="{F5C32BF7-1A3C-4FE6-9FDC-3C3E5D9392EE}">
      <dgm:prSet/>
      <dgm:spPr/>
      <dgm:t>
        <a:bodyPr/>
        <a:lstStyle/>
        <a:p>
          <a:endParaRPr lang="en-US"/>
        </a:p>
      </dgm:t>
    </dgm:pt>
    <dgm:pt modelId="{5C060637-523E-472E-83CB-E1625C01C04B}" type="sibTrans" cxnId="{F5C32BF7-1A3C-4FE6-9FDC-3C3E5D9392EE}">
      <dgm:prSet/>
      <dgm:spPr/>
      <dgm:t>
        <a:bodyPr/>
        <a:lstStyle/>
        <a:p>
          <a:endParaRPr lang="en-US"/>
        </a:p>
      </dgm:t>
    </dgm:pt>
    <dgm:pt modelId="{CD5B16CE-904F-4623-BACE-0C345A9C9296}">
      <dgm:prSet custT="1"/>
      <dgm:spPr/>
      <dgm:t>
        <a:bodyPr/>
        <a:lstStyle/>
        <a:p>
          <a:pPr rtl="0"/>
          <a:r>
            <a:rPr lang="en-US" sz="2000" dirty="0"/>
            <a:t>Wraps around existing software or hosts client applications. </a:t>
          </a:r>
          <a:endParaRPr lang="en-IN" sz="2000" dirty="0"/>
        </a:p>
      </dgm:t>
    </dgm:pt>
    <dgm:pt modelId="{7473DA27-055D-429B-BC6E-878059945DBA}" type="parTrans" cxnId="{1376376E-107B-42EF-B4C1-E0FA5B54CB31}">
      <dgm:prSet/>
      <dgm:spPr/>
      <dgm:t>
        <a:bodyPr/>
        <a:lstStyle/>
        <a:p>
          <a:endParaRPr lang="en-US"/>
        </a:p>
      </dgm:t>
    </dgm:pt>
    <dgm:pt modelId="{41EADFA5-946E-47FF-BFBC-3B519E6643D7}" type="sibTrans" cxnId="{1376376E-107B-42EF-B4C1-E0FA5B54CB31}">
      <dgm:prSet/>
      <dgm:spPr/>
      <dgm:t>
        <a:bodyPr/>
        <a:lstStyle/>
        <a:p>
          <a:endParaRPr lang="en-US"/>
        </a:p>
      </dgm:t>
    </dgm:pt>
    <dgm:pt modelId="{7BD074E7-AE13-46DF-BC51-8876DD115800}">
      <dgm:prSet custT="1"/>
      <dgm:spPr/>
      <dgm:t>
        <a:bodyPr/>
        <a:lstStyle/>
        <a:p>
          <a:pPr rtl="0"/>
          <a:r>
            <a:rPr lang="en-US" sz="2000"/>
            <a:t>The wrapper monitors activities in a client app and performs actions based on rules.</a:t>
          </a:r>
          <a:endParaRPr lang="en-IN" sz="2000"/>
        </a:p>
      </dgm:t>
    </dgm:pt>
    <dgm:pt modelId="{A53886B4-CB19-4B45-83DD-312D9C3B120B}" type="parTrans" cxnId="{480D8D1A-6D2E-4814-AD0B-A9750DFC821F}">
      <dgm:prSet/>
      <dgm:spPr/>
      <dgm:t>
        <a:bodyPr/>
        <a:lstStyle/>
        <a:p>
          <a:endParaRPr lang="en-US"/>
        </a:p>
      </dgm:t>
    </dgm:pt>
    <dgm:pt modelId="{53BD13C6-E1BE-4C05-B074-4ABFB59F7294}" type="sibTrans" cxnId="{480D8D1A-6D2E-4814-AD0B-A9750DFC821F}">
      <dgm:prSet/>
      <dgm:spPr/>
      <dgm:t>
        <a:bodyPr/>
        <a:lstStyle/>
        <a:p>
          <a:endParaRPr lang="en-US"/>
        </a:p>
      </dgm:t>
    </dgm:pt>
    <dgm:pt modelId="{25BFB31A-FBC0-455D-AEE0-3F6648B8A72F}">
      <dgm:prSet custT="1"/>
      <dgm:spPr/>
      <dgm:t>
        <a:bodyPr/>
        <a:lstStyle/>
        <a:p>
          <a:pPr rtl="0"/>
          <a:r>
            <a:rPr lang="en-US" sz="4400"/>
            <a:t>Browser automation</a:t>
          </a:r>
          <a:endParaRPr lang="en-IN" sz="4400"/>
        </a:p>
      </dgm:t>
    </dgm:pt>
    <dgm:pt modelId="{1C4BB051-2BAE-400F-AE76-86AD410B8A0B}" type="parTrans" cxnId="{EDCC6346-EFE0-43B9-8A20-C015D64D807B}">
      <dgm:prSet/>
      <dgm:spPr/>
      <dgm:t>
        <a:bodyPr/>
        <a:lstStyle/>
        <a:p>
          <a:endParaRPr lang="en-US"/>
        </a:p>
      </dgm:t>
    </dgm:pt>
    <dgm:pt modelId="{01BEFE0A-21CF-40F9-9B3F-826036E15750}" type="sibTrans" cxnId="{EDCC6346-EFE0-43B9-8A20-C015D64D807B}">
      <dgm:prSet/>
      <dgm:spPr/>
      <dgm:t>
        <a:bodyPr/>
        <a:lstStyle/>
        <a:p>
          <a:endParaRPr lang="en-US"/>
        </a:p>
      </dgm:t>
    </dgm:pt>
    <dgm:pt modelId="{FD640C2E-6755-4160-85FB-0D63FBBC1E19}">
      <dgm:prSet custT="1"/>
      <dgm:spPr/>
      <dgm:t>
        <a:bodyPr/>
        <a:lstStyle/>
        <a:p>
          <a:pPr rtl="0"/>
          <a:r>
            <a:rPr lang="en-US" sz="1600" dirty="0" err="1"/>
            <a:t>Greasemonkey</a:t>
          </a:r>
          <a:r>
            <a:rPr lang="en-US" sz="1600" dirty="0"/>
            <a:t> and many other web macro software helped in browser-based automation. </a:t>
          </a:r>
          <a:endParaRPr lang="en-IN" sz="1600" dirty="0"/>
        </a:p>
      </dgm:t>
    </dgm:pt>
    <dgm:pt modelId="{C6E1B808-7D77-441A-9996-D88387344B7A}" type="parTrans" cxnId="{58D548DF-19A1-41E1-B36C-903867292662}">
      <dgm:prSet/>
      <dgm:spPr/>
      <dgm:t>
        <a:bodyPr/>
        <a:lstStyle/>
        <a:p>
          <a:endParaRPr lang="en-US"/>
        </a:p>
      </dgm:t>
    </dgm:pt>
    <dgm:pt modelId="{751AC2D8-EFB4-4EFE-AEB5-42223A029BC8}" type="sibTrans" cxnId="{58D548DF-19A1-41E1-B36C-903867292662}">
      <dgm:prSet/>
      <dgm:spPr/>
      <dgm:t>
        <a:bodyPr/>
        <a:lstStyle/>
        <a:p>
          <a:endParaRPr lang="en-US"/>
        </a:p>
      </dgm:t>
    </dgm:pt>
    <dgm:pt modelId="{C03A930E-DE6B-4372-A43B-01E52D98900E}">
      <dgm:prSet custT="1"/>
      <dgm:spPr/>
      <dgm:t>
        <a:bodyPr/>
        <a:lstStyle/>
        <a:p>
          <a:pPr rtl="0"/>
          <a:r>
            <a:rPr lang="en-US" sz="1600" dirty="0"/>
            <a:t>It can be used to read from a website and save to a database. </a:t>
          </a:r>
          <a:endParaRPr lang="en-IN" sz="1600" dirty="0"/>
        </a:p>
      </dgm:t>
    </dgm:pt>
    <dgm:pt modelId="{4CEEC05D-54FC-4096-9FA8-A5B06BA68C09}" type="parTrans" cxnId="{CC94A55A-6826-480E-92CC-133630C39691}">
      <dgm:prSet/>
      <dgm:spPr/>
      <dgm:t>
        <a:bodyPr/>
        <a:lstStyle/>
        <a:p>
          <a:endParaRPr lang="en-US"/>
        </a:p>
      </dgm:t>
    </dgm:pt>
    <dgm:pt modelId="{6041E29D-DD99-45E2-88EE-80B992648858}" type="sibTrans" cxnId="{CC94A55A-6826-480E-92CC-133630C39691}">
      <dgm:prSet/>
      <dgm:spPr/>
      <dgm:t>
        <a:bodyPr/>
        <a:lstStyle/>
        <a:p>
          <a:endParaRPr lang="en-US"/>
        </a:p>
      </dgm:t>
    </dgm:pt>
    <dgm:pt modelId="{0ABA06A4-A996-4E88-8EEE-8C0754592B45}">
      <dgm:prSet custT="1"/>
      <dgm:spPr/>
      <dgm:t>
        <a:bodyPr/>
        <a:lstStyle/>
        <a:p>
          <a:pPr rtl="0"/>
          <a:r>
            <a:rPr lang="en-US" sz="1600" dirty="0"/>
            <a:t>It can also write to fields based on rules. </a:t>
          </a:r>
          <a:endParaRPr lang="en-IN" sz="1600" dirty="0"/>
        </a:p>
      </dgm:t>
    </dgm:pt>
    <dgm:pt modelId="{0813746D-B848-4A82-BA23-87C0154C095D}" type="parTrans" cxnId="{6F88BEE5-0E3E-4ADE-8163-9EBA96192377}">
      <dgm:prSet/>
      <dgm:spPr/>
      <dgm:t>
        <a:bodyPr/>
        <a:lstStyle/>
        <a:p>
          <a:endParaRPr lang="en-US"/>
        </a:p>
      </dgm:t>
    </dgm:pt>
    <dgm:pt modelId="{13B07AB4-5BB7-4B45-9D01-A5BC81968E43}" type="sibTrans" cxnId="{6F88BEE5-0E3E-4ADE-8163-9EBA96192377}">
      <dgm:prSet/>
      <dgm:spPr/>
      <dgm:t>
        <a:bodyPr/>
        <a:lstStyle/>
        <a:p>
          <a:endParaRPr lang="en-US"/>
        </a:p>
      </dgm:t>
    </dgm:pt>
    <dgm:pt modelId="{1F5BBFF0-530E-47EE-B527-022B52C28926}">
      <dgm:prSet custT="1"/>
      <dgm:spPr/>
      <dgm:t>
        <a:bodyPr/>
        <a:lstStyle/>
        <a:p>
          <a:pPr rtl="0"/>
          <a:r>
            <a:rPr lang="en-US" sz="1600"/>
            <a:t>Using this technique, a whole website can be changed, and components can be added or removed from the website</a:t>
          </a:r>
          <a:endParaRPr lang="en-IN" sz="1600"/>
        </a:p>
      </dgm:t>
    </dgm:pt>
    <dgm:pt modelId="{9BC0AD64-8394-4E14-A9F9-D7C036ADBE21}" type="parTrans" cxnId="{6623C4CA-9CAE-4F70-BA08-DAAD38819B81}">
      <dgm:prSet/>
      <dgm:spPr/>
      <dgm:t>
        <a:bodyPr/>
        <a:lstStyle/>
        <a:p>
          <a:endParaRPr lang="en-US"/>
        </a:p>
      </dgm:t>
    </dgm:pt>
    <dgm:pt modelId="{EFA99A1C-5150-447E-BB68-D68CA84D0007}" type="sibTrans" cxnId="{6623C4CA-9CAE-4F70-BA08-DAAD38819B81}">
      <dgm:prSet/>
      <dgm:spPr/>
      <dgm:t>
        <a:bodyPr/>
        <a:lstStyle/>
        <a:p>
          <a:endParaRPr lang="en-US"/>
        </a:p>
      </dgm:t>
    </dgm:pt>
    <dgm:pt modelId="{A64EFCF3-3027-42F0-B359-FB56C56E514E}" type="pres">
      <dgm:prSet presAssocID="{1523470F-C005-4E3E-8F81-BD3ABB8602B8}" presName="Name0" presStyleCnt="0">
        <dgm:presLayoutVars>
          <dgm:dir/>
          <dgm:animLvl val="lvl"/>
          <dgm:resizeHandles val="exact"/>
        </dgm:presLayoutVars>
      </dgm:prSet>
      <dgm:spPr/>
    </dgm:pt>
    <dgm:pt modelId="{A4CCC8D9-54F3-4FC3-B8EC-52F8772A4E08}" type="pres">
      <dgm:prSet presAssocID="{24704383-24AC-46B6-86F2-AD51BA923D3E}" presName="linNode" presStyleCnt="0"/>
      <dgm:spPr/>
    </dgm:pt>
    <dgm:pt modelId="{A69F7709-0708-4B6B-AFFD-51401617B696}" type="pres">
      <dgm:prSet presAssocID="{24704383-24AC-46B6-86F2-AD51BA923D3E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8613485D-F548-4DDE-8EE6-2B896CD56581}" type="pres">
      <dgm:prSet presAssocID="{24704383-24AC-46B6-86F2-AD51BA923D3E}" presName="descendantText" presStyleLbl="alignAccFollowNode1" presStyleIdx="0" presStyleCnt="2">
        <dgm:presLayoutVars>
          <dgm:bulletEnabled val="1"/>
        </dgm:presLayoutVars>
      </dgm:prSet>
      <dgm:spPr/>
    </dgm:pt>
    <dgm:pt modelId="{EB3491E1-7D11-4E64-951F-E7113CD0B168}" type="pres">
      <dgm:prSet presAssocID="{5C060637-523E-472E-83CB-E1625C01C04B}" presName="sp" presStyleCnt="0"/>
      <dgm:spPr/>
    </dgm:pt>
    <dgm:pt modelId="{D5739124-F832-4B01-BA70-5418FA45D4E7}" type="pres">
      <dgm:prSet presAssocID="{25BFB31A-FBC0-455D-AEE0-3F6648B8A72F}" presName="linNode" presStyleCnt="0"/>
      <dgm:spPr/>
    </dgm:pt>
    <dgm:pt modelId="{56D78B90-3F7F-40C8-A2E6-2112FD906DBA}" type="pres">
      <dgm:prSet presAssocID="{25BFB31A-FBC0-455D-AEE0-3F6648B8A72F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CD71936F-C56B-4AEE-A87E-F3C327F77F4B}" type="pres">
      <dgm:prSet presAssocID="{25BFB31A-FBC0-455D-AEE0-3F6648B8A72F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480D8D1A-6D2E-4814-AD0B-A9750DFC821F}" srcId="{24704383-24AC-46B6-86F2-AD51BA923D3E}" destId="{7BD074E7-AE13-46DF-BC51-8876DD115800}" srcOrd="1" destOrd="0" parTransId="{A53886B4-CB19-4B45-83DD-312D9C3B120B}" sibTransId="{53BD13C6-E1BE-4C05-B074-4ABFB59F7294}"/>
    <dgm:cxn modelId="{EDCC6346-EFE0-43B9-8A20-C015D64D807B}" srcId="{1523470F-C005-4E3E-8F81-BD3ABB8602B8}" destId="{25BFB31A-FBC0-455D-AEE0-3F6648B8A72F}" srcOrd="1" destOrd="0" parTransId="{1C4BB051-2BAE-400F-AE76-86AD410B8A0B}" sibTransId="{01BEFE0A-21CF-40F9-9B3F-826036E15750}"/>
    <dgm:cxn modelId="{8118D968-F3B0-4568-8045-80F229B83F04}" type="presOf" srcId="{C03A930E-DE6B-4372-A43B-01E52D98900E}" destId="{CD71936F-C56B-4AEE-A87E-F3C327F77F4B}" srcOrd="0" destOrd="1" presId="urn:microsoft.com/office/officeart/2005/8/layout/vList5"/>
    <dgm:cxn modelId="{AF5D2B4E-B93F-42E2-9309-CF2A91FBA65F}" type="presOf" srcId="{24704383-24AC-46B6-86F2-AD51BA923D3E}" destId="{A69F7709-0708-4B6B-AFFD-51401617B696}" srcOrd="0" destOrd="0" presId="urn:microsoft.com/office/officeart/2005/8/layout/vList5"/>
    <dgm:cxn modelId="{1376376E-107B-42EF-B4C1-E0FA5B54CB31}" srcId="{24704383-24AC-46B6-86F2-AD51BA923D3E}" destId="{CD5B16CE-904F-4623-BACE-0C345A9C9296}" srcOrd="0" destOrd="0" parTransId="{7473DA27-055D-429B-BC6E-878059945DBA}" sibTransId="{41EADFA5-946E-47FF-BFBC-3B519E6643D7}"/>
    <dgm:cxn modelId="{15FBDF4E-6AA3-47C0-B7D9-EA1646E35C4D}" type="presOf" srcId="{FD640C2E-6755-4160-85FB-0D63FBBC1E19}" destId="{CD71936F-C56B-4AEE-A87E-F3C327F77F4B}" srcOrd="0" destOrd="0" presId="urn:microsoft.com/office/officeart/2005/8/layout/vList5"/>
    <dgm:cxn modelId="{BA818771-7063-4868-87E4-2BF52746D3BF}" type="presOf" srcId="{7BD074E7-AE13-46DF-BC51-8876DD115800}" destId="{8613485D-F548-4DDE-8EE6-2B896CD56581}" srcOrd="0" destOrd="1" presId="urn:microsoft.com/office/officeart/2005/8/layout/vList5"/>
    <dgm:cxn modelId="{D10F6773-0F6D-403B-B45A-5AAAC91451F8}" type="presOf" srcId="{1F5BBFF0-530E-47EE-B527-022B52C28926}" destId="{CD71936F-C56B-4AEE-A87E-F3C327F77F4B}" srcOrd="0" destOrd="3" presId="urn:microsoft.com/office/officeart/2005/8/layout/vList5"/>
    <dgm:cxn modelId="{1F2E4979-B510-4322-A682-ABB2AA17CAA3}" type="presOf" srcId="{CD5B16CE-904F-4623-BACE-0C345A9C9296}" destId="{8613485D-F548-4DDE-8EE6-2B896CD56581}" srcOrd="0" destOrd="0" presId="urn:microsoft.com/office/officeart/2005/8/layout/vList5"/>
    <dgm:cxn modelId="{CC94A55A-6826-480E-92CC-133630C39691}" srcId="{25BFB31A-FBC0-455D-AEE0-3F6648B8A72F}" destId="{C03A930E-DE6B-4372-A43B-01E52D98900E}" srcOrd="1" destOrd="0" parTransId="{4CEEC05D-54FC-4096-9FA8-A5B06BA68C09}" sibTransId="{6041E29D-DD99-45E2-88EE-80B992648858}"/>
    <dgm:cxn modelId="{14ABE388-01C3-43CF-A5B6-4444D8B22F4F}" type="presOf" srcId="{1523470F-C005-4E3E-8F81-BD3ABB8602B8}" destId="{A64EFCF3-3027-42F0-B359-FB56C56E514E}" srcOrd="0" destOrd="0" presId="urn:microsoft.com/office/officeart/2005/8/layout/vList5"/>
    <dgm:cxn modelId="{B85ECAAB-CDA4-4970-A373-D008D6DDA6FD}" type="presOf" srcId="{25BFB31A-FBC0-455D-AEE0-3F6648B8A72F}" destId="{56D78B90-3F7F-40C8-A2E6-2112FD906DBA}" srcOrd="0" destOrd="0" presId="urn:microsoft.com/office/officeart/2005/8/layout/vList5"/>
    <dgm:cxn modelId="{6623C4CA-9CAE-4F70-BA08-DAAD38819B81}" srcId="{25BFB31A-FBC0-455D-AEE0-3F6648B8A72F}" destId="{1F5BBFF0-530E-47EE-B527-022B52C28926}" srcOrd="3" destOrd="0" parTransId="{9BC0AD64-8394-4E14-A9F9-D7C036ADBE21}" sibTransId="{EFA99A1C-5150-447E-BB68-D68CA84D0007}"/>
    <dgm:cxn modelId="{58D548DF-19A1-41E1-B36C-903867292662}" srcId="{25BFB31A-FBC0-455D-AEE0-3F6648B8A72F}" destId="{FD640C2E-6755-4160-85FB-0D63FBBC1E19}" srcOrd="0" destOrd="0" parTransId="{C6E1B808-7D77-441A-9996-D88387344B7A}" sibTransId="{751AC2D8-EFB4-4EFE-AEB5-42223A029BC8}"/>
    <dgm:cxn modelId="{6F88BEE5-0E3E-4ADE-8163-9EBA96192377}" srcId="{25BFB31A-FBC0-455D-AEE0-3F6648B8A72F}" destId="{0ABA06A4-A996-4E88-8EEE-8C0754592B45}" srcOrd="2" destOrd="0" parTransId="{0813746D-B848-4A82-BA23-87C0154C095D}" sibTransId="{13B07AB4-5BB7-4B45-9D01-A5BC81968E43}"/>
    <dgm:cxn modelId="{F5C32BF7-1A3C-4FE6-9FDC-3C3E5D9392EE}" srcId="{1523470F-C005-4E3E-8F81-BD3ABB8602B8}" destId="{24704383-24AC-46B6-86F2-AD51BA923D3E}" srcOrd="0" destOrd="0" parTransId="{77E85B4E-47D6-4672-ACB1-956037370949}" sibTransId="{5C060637-523E-472E-83CB-E1625C01C04B}"/>
    <dgm:cxn modelId="{7E7242FC-065E-4CA9-88A9-78166A4361FF}" type="presOf" srcId="{0ABA06A4-A996-4E88-8EEE-8C0754592B45}" destId="{CD71936F-C56B-4AEE-A87E-F3C327F77F4B}" srcOrd="0" destOrd="2" presId="urn:microsoft.com/office/officeart/2005/8/layout/vList5"/>
    <dgm:cxn modelId="{BD952D49-57FF-4D87-965F-E9C146D1EB5A}" type="presParOf" srcId="{A64EFCF3-3027-42F0-B359-FB56C56E514E}" destId="{A4CCC8D9-54F3-4FC3-B8EC-52F8772A4E08}" srcOrd="0" destOrd="0" presId="urn:microsoft.com/office/officeart/2005/8/layout/vList5"/>
    <dgm:cxn modelId="{B9F4A2FE-2DD0-4D5E-B477-671D47320CCA}" type="presParOf" srcId="{A4CCC8D9-54F3-4FC3-B8EC-52F8772A4E08}" destId="{A69F7709-0708-4B6B-AFFD-51401617B696}" srcOrd="0" destOrd="0" presId="urn:microsoft.com/office/officeart/2005/8/layout/vList5"/>
    <dgm:cxn modelId="{8646FE4B-CC1D-46A6-9C11-192F95AF1D00}" type="presParOf" srcId="{A4CCC8D9-54F3-4FC3-B8EC-52F8772A4E08}" destId="{8613485D-F548-4DDE-8EE6-2B896CD56581}" srcOrd="1" destOrd="0" presId="urn:microsoft.com/office/officeart/2005/8/layout/vList5"/>
    <dgm:cxn modelId="{3D91C0DA-F4F2-4B4E-817A-F6967CFC0584}" type="presParOf" srcId="{A64EFCF3-3027-42F0-B359-FB56C56E514E}" destId="{EB3491E1-7D11-4E64-951F-E7113CD0B168}" srcOrd="1" destOrd="0" presId="urn:microsoft.com/office/officeart/2005/8/layout/vList5"/>
    <dgm:cxn modelId="{A50DE57B-F8D5-4104-8CDC-38D67CED9D15}" type="presParOf" srcId="{A64EFCF3-3027-42F0-B359-FB56C56E514E}" destId="{D5739124-F832-4B01-BA70-5418FA45D4E7}" srcOrd="2" destOrd="0" presId="urn:microsoft.com/office/officeart/2005/8/layout/vList5"/>
    <dgm:cxn modelId="{CBBC0B7B-6010-44D4-A97F-EEF2EC0535C1}" type="presParOf" srcId="{D5739124-F832-4B01-BA70-5418FA45D4E7}" destId="{56D78B90-3F7F-40C8-A2E6-2112FD906DBA}" srcOrd="0" destOrd="0" presId="urn:microsoft.com/office/officeart/2005/8/layout/vList5"/>
    <dgm:cxn modelId="{C05866D2-BDE1-4532-BA83-8F8BB92BE84D}" type="presParOf" srcId="{D5739124-F832-4B01-BA70-5418FA45D4E7}" destId="{CD71936F-C56B-4AEE-A87E-F3C327F77F4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3DC00B0-440E-43CA-86E9-CD08754266E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8463501-1140-42B7-A283-C292E9FA0824}">
      <dgm:prSet/>
      <dgm:spPr/>
      <dgm:t>
        <a:bodyPr/>
        <a:lstStyle/>
        <a:p>
          <a:pPr rtl="0"/>
          <a:r>
            <a:rPr lang="en-US"/>
            <a:t>Desktop automation</a:t>
          </a:r>
          <a:endParaRPr lang="en-IN"/>
        </a:p>
      </dgm:t>
    </dgm:pt>
    <dgm:pt modelId="{C9B8DDE2-A332-4571-8348-0A630325BE74}" type="parTrans" cxnId="{CFDDB10A-E855-4F0F-A27A-877D1B29D53C}">
      <dgm:prSet/>
      <dgm:spPr/>
      <dgm:t>
        <a:bodyPr/>
        <a:lstStyle/>
        <a:p>
          <a:endParaRPr lang="en-US"/>
        </a:p>
      </dgm:t>
    </dgm:pt>
    <dgm:pt modelId="{F6BD7593-FF2A-451B-A489-53C7A8B08B54}" type="sibTrans" cxnId="{CFDDB10A-E855-4F0F-A27A-877D1B29D53C}">
      <dgm:prSet/>
      <dgm:spPr/>
      <dgm:t>
        <a:bodyPr/>
        <a:lstStyle/>
        <a:p>
          <a:endParaRPr lang="en-US"/>
        </a:p>
      </dgm:t>
    </dgm:pt>
    <dgm:pt modelId="{E7A8FC83-411D-4314-829E-C3B726FAA759}">
      <dgm:prSet/>
      <dgm:spPr/>
      <dgm:t>
        <a:bodyPr/>
        <a:lstStyle/>
        <a:p>
          <a:pPr rtl="0"/>
          <a:r>
            <a:rPr lang="en-US"/>
            <a:t>Traditionally, desktop automation used to mean that multiple screens on a desktop were woven together to present a single screen, and if there was some data transfer from one screen to another, it could be done automatically. </a:t>
          </a:r>
          <a:endParaRPr lang="en-IN"/>
        </a:p>
      </dgm:t>
    </dgm:pt>
    <dgm:pt modelId="{9F40D7B7-9FF0-4934-817D-7ABCAE813862}" type="parTrans" cxnId="{ECF61118-A7ED-48E8-8816-0FD2AB9332BF}">
      <dgm:prSet/>
      <dgm:spPr/>
      <dgm:t>
        <a:bodyPr/>
        <a:lstStyle/>
        <a:p>
          <a:endParaRPr lang="en-US"/>
        </a:p>
      </dgm:t>
    </dgm:pt>
    <dgm:pt modelId="{49B88F9A-9D9E-4646-BD84-04AD65E6E10E}" type="sibTrans" cxnId="{ECF61118-A7ED-48E8-8816-0FD2AB9332BF}">
      <dgm:prSet/>
      <dgm:spPr/>
      <dgm:t>
        <a:bodyPr/>
        <a:lstStyle/>
        <a:p>
          <a:endParaRPr lang="en-US"/>
        </a:p>
      </dgm:t>
    </dgm:pt>
    <dgm:pt modelId="{7D55AFCA-326A-4BBF-95F0-D01CCC789330}">
      <dgm:prSet/>
      <dgm:spPr/>
      <dgm:t>
        <a:bodyPr/>
        <a:lstStyle/>
        <a:p>
          <a:pPr rtl="0"/>
          <a:r>
            <a:rPr lang="en-US"/>
            <a:t>Recently, assisted Robotics process automation has also been considered for desktop automation by some companies. </a:t>
          </a:r>
          <a:endParaRPr lang="en-IN"/>
        </a:p>
      </dgm:t>
    </dgm:pt>
    <dgm:pt modelId="{E5C03505-CEE7-4275-80D3-1270A9A762A1}" type="parTrans" cxnId="{53D61955-1B9E-47A2-B9AD-E5E6767E2491}">
      <dgm:prSet/>
      <dgm:spPr/>
      <dgm:t>
        <a:bodyPr/>
        <a:lstStyle/>
        <a:p>
          <a:endParaRPr lang="en-US"/>
        </a:p>
      </dgm:t>
    </dgm:pt>
    <dgm:pt modelId="{06DEB1B4-BBF3-453F-A2E2-20E44A63AFEC}" type="sibTrans" cxnId="{53D61955-1B9E-47A2-B9AD-E5E6767E2491}">
      <dgm:prSet/>
      <dgm:spPr/>
      <dgm:t>
        <a:bodyPr/>
        <a:lstStyle/>
        <a:p>
          <a:endParaRPr lang="en-US"/>
        </a:p>
      </dgm:t>
    </dgm:pt>
    <dgm:pt modelId="{FC8F3F9B-AFC3-4211-9A87-26FC56416284}">
      <dgm:prSet/>
      <dgm:spPr/>
      <dgm:t>
        <a:bodyPr/>
        <a:lstStyle/>
        <a:p>
          <a:pPr rtl="0"/>
          <a:r>
            <a:rPr lang="en-US"/>
            <a:t>Database/web service integration</a:t>
          </a:r>
          <a:endParaRPr lang="en-IN"/>
        </a:p>
      </dgm:t>
    </dgm:pt>
    <dgm:pt modelId="{2F10290D-BE5E-4D1E-A91F-A31DE39375AC}" type="parTrans" cxnId="{B8B3ED45-D8BB-4380-B1F4-4774D96D89C4}">
      <dgm:prSet/>
      <dgm:spPr/>
      <dgm:t>
        <a:bodyPr/>
        <a:lstStyle/>
        <a:p>
          <a:endParaRPr lang="en-US"/>
        </a:p>
      </dgm:t>
    </dgm:pt>
    <dgm:pt modelId="{4583EAB2-91C4-41F7-8D17-6E1A28660CD0}" type="sibTrans" cxnId="{B8B3ED45-D8BB-4380-B1F4-4774D96D89C4}">
      <dgm:prSet/>
      <dgm:spPr/>
      <dgm:t>
        <a:bodyPr/>
        <a:lstStyle/>
        <a:p>
          <a:endParaRPr lang="en-US"/>
        </a:p>
      </dgm:t>
    </dgm:pt>
    <dgm:pt modelId="{D94B4E13-8B9A-43BB-A753-A28ECEFB71A0}">
      <dgm:prSet/>
      <dgm:spPr/>
      <dgm:t>
        <a:bodyPr/>
        <a:lstStyle/>
        <a:p>
          <a:pPr rtl="0"/>
          <a:r>
            <a:rPr lang="en-US"/>
            <a:t>In database integration, we read/write to a client database directly. </a:t>
          </a:r>
          <a:endParaRPr lang="en-IN"/>
        </a:p>
      </dgm:t>
    </dgm:pt>
    <dgm:pt modelId="{C237CFF5-8B7B-416D-B3AB-AABCA503C9AC}" type="parTrans" cxnId="{CC4C1E4B-CEC2-42E3-94C2-F40DA0D0CC96}">
      <dgm:prSet/>
      <dgm:spPr/>
      <dgm:t>
        <a:bodyPr/>
        <a:lstStyle/>
        <a:p>
          <a:endParaRPr lang="en-US"/>
        </a:p>
      </dgm:t>
    </dgm:pt>
    <dgm:pt modelId="{A2BC80AF-0181-4C24-80D6-A544FF4F0502}" type="sibTrans" cxnId="{CC4C1E4B-CEC2-42E3-94C2-F40DA0D0CC96}">
      <dgm:prSet/>
      <dgm:spPr/>
      <dgm:t>
        <a:bodyPr/>
        <a:lstStyle/>
        <a:p>
          <a:endParaRPr lang="en-US"/>
        </a:p>
      </dgm:t>
    </dgm:pt>
    <dgm:pt modelId="{B2D783D9-0660-4C9E-84CF-B3E2A051F38E}">
      <dgm:prSet/>
      <dgm:spPr/>
      <dgm:t>
        <a:bodyPr/>
        <a:lstStyle/>
        <a:p>
          <a:pPr rtl="0"/>
          <a:r>
            <a:rPr lang="en-US"/>
            <a:t>In web service integration, we communicate with the client system using a web service</a:t>
          </a:r>
          <a:endParaRPr lang="en-IN"/>
        </a:p>
      </dgm:t>
    </dgm:pt>
    <dgm:pt modelId="{5EB43AE8-6428-4758-9B26-87D5868CEE03}" type="parTrans" cxnId="{13CBEE06-AC86-4D53-BE71-234449638E55}">
      <dgm:prSet/>
      <dgm:spPr/>
      <dgm:t>
        <a:bodyPr/>
        <a:lstStyle/>
        <a:p>
          <a:endParaRPr lang="en-US"/>
        </a:p>
      </dgm:t>
    </dgm:pt>
    <dgm:pt modelId="{CD335DB7-9247-4BDB-8811-FDED9CDFBD19}" type="sibTrans" cxnId="{13CBEE06-AC86-4D53-BE71-234449638E55}">
      <dgm:prSet/>
      <dgm:spPr/>
      <dgm:t>
        <a:bodyPr/>
        <a:lstStyle/>
        <a:p>
          <a:endParaRPr lang="en-US"/>
        </a:p>
      </dgm:t>
    </dgm:pt>
    <dgm:pt modelId="{A9E746AF-A0CF-4D91-A330-04ECFC85C2E2}" type="pres">
      <dgm:prSet presAssocID="{33DC00B0-440E-43CA-86E9-CD08754266EF}" presName="Name0" presStyleCnt="0">
        <dgm:presLayoutVars>
          <dgm:dir/>
          <dgm:animLvl val="lvl"/>
          <dgm:resizeHandles val="exact"/>
        </dgm:presLayoutVars>
      </dgm:prSet>
      <dgm:spPr/>
    </dgm:pt>
    <dgm:pt modelId="{4D75092B-6564-4EA1-9442-20A55618A49F}" type="pres">
      <dgm:prSet presAssocID="{F8463501-1140-42B7-A283-C292E9FA0824}" presName="linNode" presStyleCnt="0"/>
      <dgm:spPr/>
    </dgm:pt>
    <dgm:pt modelId="{AF7194CA-D655-406A-A012-D30BC677CFA2}" type="pres">
      <dgm:prSet presAssocID="{F8463501-1140-42B7-A283-C292E9FA0824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55061919-1790-407F-8E93-297B3D692AA9}" type="pres">
      <dgm:prSet presAssocID="{F8463501-1140-42B7-A283-C292E9FA0824}" presName="descendantText" presStyleLbl="alignAccFollowNode1" presStyleIdx="0" presStyleCnt="2">
        <dgm:presLayoutVars>
          <dgm:bulletEnabled val="1"/>
        </dgm:presLayoutVars>
      </dgm:prSet>
      <dgm:spPr/>
    </dgm:pt>
    <dgm:pt modelId="{CBD1A92D-2EFB-4632-9988-E47C36230658}" type="pres">
      <dgm:prSet presAssocID="{F6BD7593-FF2A-451B-A489-53C7A8B08B54}" presName="sp" presStyleCnt="0"/>
      <dgm:spPr/>
    </dgm:pt>
    <dgm:pt modelId="{92542034-E143-453A-AD02-406F11995752}" type="pres">
      <dgm:prSet presAssocID="{FC8F3F9B-AFC3-4211-9A87-26FC56416284}" presName="linNode" presStyleCnt="0"/>
      <dgm:spPr/>
    </dgm:pt>
    <dgm:pt modelId="{1F6EE6F5-88DA-4558-9F97-553DC3728A76}" type="pres">
      <dgm:prSet presAssocID="{FC8F3F9B-AFC3-4211-9A87-26FC56416284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7F2A7196-86E7-477F-A11E-F66D503C6BDE}" type="pres">
      <dgm:prSet presAssocID="{FC8F3F9B-AFC3-4211-9A87-26FC56416284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D3235905-0FC9-4B84-B291-29378C5002FA}" type="presOf" srcId="{D94B4E13-8B9A-43BB-A753-A28ECEFB71A0}" destId="{7F2A7196-86E7-477F-A11E-F66D503C6BDE}" srcOrd="0" destOrd="0" presId="urn:microsoft.com/office/officeart/2005/8/layout/vList5"/>
    <dgm:cxn modelId="{13CBEE06-AC86-4D53-BE71-234449638E55}" srcId="{FC8F3F9B-AFC3-4211-9A87-26FC56416284}" destId="{B2D783D9-0660-4C9E-84CF-B3E2A051F38E}" srcOrd="1" destOrd="0" parTransId="{5EB43AE8-6428-4758-9B26-87D5868CEE03}" sibTransId="{CD335DB7-9247-4BDB-8811-FDED9CDFBD19}"/>
    <dgm:cxn modelId="{CFDDB10A-E855-4F0F-A27A-877D1B29D53C}" srcId="{33DC00B0-440E-43CA-86E9-CD08754266EF}" destId="{F8463501-1140-42B7-A283-C292E9FA0824}" srcOrd="0" destOrd="0" parTransId="{C9B8DDE2-A332-4571-8348-0A630325BE74}" sibTransId="{F6BD7593-FF2A-451B-A489-53C7A8B08B54}"/>
    <dgm:cxn modelId="{C475E514-61AE-4A8B-8CDB-22826D5A5E9F}" type="presOf" srcId="{FC8F3F9B-AFC3-4211-9A87-26FC56416284}" destId="{1F6EE6F5-88DA-4558-9F97-553DC3728A76}" srcOrd="0" destOrd="0" presId="urn:microsoft.com/office/officeart/2005/8/layout/vList5"/>
    <dgm:cxn modelId="{ECF61118-A7ED-48E8-8816-0FD2AB9332BF}" srcId="{F8463501-1140-42B7-A283-C292E9FA0824}" destId="{E7A8FC83-411D-4314-829E-C3B726FAA759}" srcOrd="0" destOrd="0" parTransId="{9F40D7B7-9FF0-4934-817D-7ABCAE813862}" sibTransId="{49B88F9A-9D9E-4646-BD84-04AD65E6E10E}"/>
    <dgm:cxn modelId="{B8B3ED45-D8BB-4380-B1F4-4774D96D89C4}" srcId="{33DC00B0-440E-43CA-86E9-CD08754266EF}" destId="{FC8F3F9B-AFC3-4211-9A87-26FC56416284}" srcOrd="1" destOrd="0" parTransId="{2F10290D-BE5E-4D1E-A91F-A31DE39375AC}" sibTransId="{4583EAB2-91C4-41F7-8D17-6E1A28660CD0}"/>
    <dgm:cxn modelId="{5F7B5248-F6B7-4C76-B257-960AB650DD6B}" type="presOf" srcId="{33DC00B0-440E-43CA-86E9-CD08754266EF}" destId="{A9E746AF-A0CF-4D91-A330-04ECFC85C2E2}" srcOrd="0" destOrd="0" presId="urn:microsoft.com/office/officeart/2005/8/layout/vList5"/>
    <dgm:cxn modelId="{4F1E914A-0E27-42A8-812A-5D8E49C1D666}" type="presOf" srcId="{7D55AFCA-326A-4BBF-95F0-D01CCC789330}" destId="{55061919-1790-407F-8E93-297B3D692AA9}" srcOrd="0" destOrd="1" presId="urn:microsoft.com/office/officeart/2005/8/layout/vList5"/>
    <dgm:cxn modelId="{CC4C1E4B-CEC2-42E3-94C2-F40DA0D0CC96}" srcId="{FC8F3F9B-AFC3-4211-9A87-26FC56416284}" destId="{D94B4E13-8B9A-43BB-A753-A28ECEFB71A0}" srcOrd="0" destOrd="0" parTransId="{C237CFF5-8B7B-416D-B3AB-AABCA503C9AC}" sibTransId="{A2BC80AF-0181-4C24-80D6-A544FF4F0502}"/>
    <dgm:cxn modelId="{3737A34B-9527-4714-8513-4DD4AE4D8186}" type="presOf" srcId="{B2D783D9-0660-4C9E-84CF-B3E2A051F38E}" destId="{7F2A7196-86E7-477F-A11E-F66D503C6BDE}" srcOrd="0" destOrd="1" presId="urn:microsoft.com/office/officeart/2005/8/layout/vList5"/>
    <dgm:cxn modelId="{C143F351-4668-46FE-8867-B9B4A5B8B91C}" type="presOf" srcId="{E7A8FC83-411D-4314-829E-C3B726FAA759}" destId="{55061919-1790-407F-8E93-297B3D692AA9}" srcOrd="0" destOrd="0" presId="urn:microsoft.com/office/officeart/2005/8/layout/vList5"/>
    <dgm:cxn modelId="{53D61955-1B9E-47A2-B9AD-E5E6767E2491}" srcId="{F8463501-1140-42B7-A283-C292E9FA0824}" destId="{7D55AFCA-326A-4BBF-95F0-D01CCC789330}" srcOrd="1" destOrd="0" parTransId="{E5C03505-CEE7-4275-80D3-1270A9A762A1}" sibTransId="{06DEB1B4-BBF3-453F-A2E2-20E44A63AFEC}"/>
    <dgm:cxn modelId="{29E4D478-7F5A-4F02-8D9D-06D581782D45}" type="presOf" srcId="{F8463501-1140-42B7-A283-C292E9FA0824}" destId="{AF7194CA-D655-406A-A012-D30BC677CFA2}" srcOrd="0" destOrd="0" presId="urn:microsoft.com/office/officeart/2005/8/layout/vList5"/>
    <dgm:cxn modelId="{A92A7E96-8552-497A-8F6A-5BC070C921AD}" type="presParOf" srcId="{A9E746AF-A0CF-4D91-A330-04ECFC85C2E2}" destId="{4D75092B-6564-4EA1-9442-20A55618A49F}" srcOrd="0" destOrd="0" presId="urn:microsoft.com/office/officeart/2005/8/layout/vList5"/>
    <dgm:cxn modelId="{4AF573BF-8D01-40FB-9AEC-7DC652617DCC}" type="presParOf" srcId="{4D75092B-6564-4EA1-9442-20A55618A49F}" destId="{AF7194CA-D655-406A-A012-D30BC677CFA2}" srcOrd="0" destOrd="0" presId="urn:microsoft.com/office/officeart/2005/8/layout/vList5"/>
    <dgm:cxn modelId="{C4F8ECC1-6CED-43EC-812D-C7627654A315}" type="presParOf" srcId="{4D75092B-6564-4EA1-9442-20A55618A49F}" destId="{55061919-1790-407F-8E93-297B3D692AA9}" srcOrd="1" destOrd="0" presId="urn:microsoft.com/office/officeart/2005/8/layout/vList5"/>
    <dgm:cxn modelId="{D05896E8-8027-43FB-9B2A-38869EF86A55}" type="presParOf" srcId="{A9E746AF-A0CF-4D91-A330-04ECFC85C2E2}" destId="{CBD1A92D-2EFB-4632-9988-E47C36230658}" srcOrd="1" destOrd="0" presId="urn:microsoft.com/office/officeart/2005/8/layout/vList5"/>
    <dgm:cxn modelId="{2C9CF503-4C94-4458-8A9C-FA684C4B4D39}" type="presParOf" srcId="{A9E746AF-A0CF-4D91-A330-04ECFC85C2E2}" destId="{92542034-E143-453A-AD02-406F11995752}" srcOrd="2" destOrd="0" presId="urn:microsoft.com/office/officeart/2005/8/layout/vList5"/>
    <dgm:cxn modelId="{CDB56B1A-B503-4392-8087-1C6E5F4070F0}" type="presParOf" srcId="{92542034-E143-453A-AD02-406F11995752}" destId="{1F6EE6F5-88DA-4558-9F97-553DC3728A76}" srcOrd="0" destOrd="0" presId="urn:microsoft.com/office/officeart/2005/8/layout/vList5"/>
    <dgm:cxn modelId="{B5D2DB3F-FDDF-41D7-A143-F7D5C8C93DFC}" type="presParOf" srcId="{92542034-E143-453A-AD02-406F11995752}" destId="{7F2A7196-86E7-477F-A11E-F66D503C6BD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91A3754-B0FD-420F-BAA0-9FE820619891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5BD8B29-A0CD-4513-9D05-B086F683B1C0}">
      <dgm:prSet custT="1"/>
      <dgm:spPr/>
      <dgm:t>
        <a:bodyPr/>
        <a:lstStyle/>
        <a:p>
          <a:pPr rtl="0"/>
          <a:r>
            <a:rPr lang="en-US" sz="1800"/>
            <a:t>Robot in Robotic process automation means software programs that mimic human actions</a:t>
          </a:r>
          <a:endParaRPr lang="en-IN" sz="1800"/>
        </a:p>
      </dgm:t>
    </dgm:pt>
    <dgm:pt modelId="{F4B88029-CCD0-4D59-98ED-FC852989FEAF}" type="parTrans" cxnId="{97CD07BB-77D4-458C-832E-2169DB045827}">
      <dgm:prSet/>
      <dgm:spPr/>
      <dgm:t>
        <a:bodyPr/>
        <a:lstStyle/>
        <a:p>
          <a:endParaRPr lang="en-US" sz="2400"/>
        </a:p>
      </dgm:t>
    </dgm:pt>
    <dgm:pt modelId="{01589A36-556D-46DA-B3D4-3D26454F5AED}" type="sibTrans" cxnId="{97CD07BB-77D4-458C-832E-2169DB045827}">
      <dgm:prSet/>
      <dgm:spPr/>
      <dgm:t>
        <a:bodyPr/>
        <a:lstStyle/>
        <a:p>
          <a:endParaRPr lang="en-US" sz="2400"/>
        </a:p>
      </dgm:t>
    </dgm:pt>
    <dgm:pt modelId="{59FD3C3D-FC62-4ED5-A7B5-8C2DBB56B002}">
      <dgm:prSet custT="1"/>
      <dgm:spPr/>
      <dgm:t>
        <a:bodyPr/>
        <a:lstStyle/>
        <a:p>
          <a:pPr rtl="0"/>
          <a:r>
            <a:rPr lang="en-US" sz="1800"/>
            <a:t>RPA involves the use of software that mimics human actions while interacting with applications in a computer and accomplishing rule-based tasks</a:t>
          </a:r>
          <a:endParaRPr lang="en-IN" sz="1800"/>
        </a:p>
      </dgm:t>
    </dgm:pt>
    <dgm:pt modelId="{70E0B475-D2C8-4BD6-8E63-728429DD6219}" type="parTrans" cxnId="{73A82C20-E43B-44F3-B556-3D5BFA4C8482}">
      <dgm:prSet/>
      <dgm:spPr/>
      <dgm:t>
        <a:bodyPr/>
        <a:lstStyle/>
        <a:p>
          <a:endParaRPr lang="en-US" sz="2400"/>
        </a:p>
      </dgm:t>
    </dgm:pt>
    <dgm:pt modelId="{29473DC4-DDA5-487D-B1A6-594971006EAD}" type="sibTrans" cxnId="{73A82C20-E43B-44F3-B556-3D5BFA4C8482}">
      <dgm:prSet/>
      <dgm:spPr/>
      <dgm:t>
        <a:bodyPr/>
        <a:lstStyle/>
        <a:p>
          <a:endParaRPr lang="en-US" sz="2400"/>
        </a:p>
      </dgm:t>
    </dgm:pt>
    <dgm:pt modelId="{83B27FA1-E9E9-451F-AD98-9D941755203D}">
      <dgm:prSet custT="1"/>
      <dgm:spPr/>
      <dgm:t>
        <a:bodyPr/>
        <a:lstStyle/>
        <a:p>
          <a:pPr rtl="0"/>
          <a:r>
            <a:rPr lang="en-US" sz="1800"/>
            <a:t>software Robots also perform complex calculations and decision making on the basis of the data and predefined rules</a:t>
          </a:r>
          <a:endParaRPr lang="en-IN" sz="1800"/>
        </a:p>
      </dgm:t>
    </dgm:pt>
    <dgm:pt modelId="{F678E60B-43B4-4A7F-9235-E69628B41166}" type="parTrans" cxnId="{3131AEDD-15B7-4ECA-8A5E-68547B8E2ACA}">
      <dgm:prSet/>
      <dgm:spPr/>
      <dgm:t>
        <a:bodyPr/>
        <a:lstStyle/>
        <a:p>
          <a:endParaRPr lang="en-US" sz="2400"/>
        </a:p>
      </dgm:t>
    </dgm:pt>
    <dgm:pt modelId="{D461F14D-25EB-4437-9E4C-5ACA64C5DD89}" type="sibTrans" cxnId="{3131AEDD-15B7-4ECA-8A5E-68547B8E2ACA}">
      <dgm:prSet/>
      <dgm:spPr/>
      <dgm:t>
        <a:bodyPr/>
        <a:lstStyle/>
        <a:p>
          <a:endParaRPr lang="en-US" sz="2400"/>
        </a:p>
      </dgm:t>
    </dgm:pt>
    <dgm:pt modelId="{D2FE2169-C5BF-4C80-ABE0-1D2FCA4EA270}">
      <dgm:prSet custT="1"/>
      <dgm:spPr/>
      <dgm:t>
        <a:bodyPr/>
        <a:lstStyle/>
        <a:p>
          <a:pPr rtl="0"/>
          <a:r>
            <a:rPr lang="en-US" sz="1800"/>
            <a:t>in the area of artificial intelligence, it has become possible to use State activity: Transitions contain three sectionsdTrigger, Condition, and Action</a:t>
          </a:r>
          <a:endParaRPr lang="en-IN" sz="1800"/>
        </a:p>
      </dgm:t>
    </dgm:pt>
    <dgm:pt modelId="{E971B93F-DCF3-459D-8EB9-1D9828D95AC5}" type="parTrans" cxnId="{1877B41B-F1D3-4757-AE09-E51F49318B5E}">
      <dgm:prSet/>
      <dgm:spPr/>
      <dgm:t>
        <a:bodyPr/>
        <a:lstStyle/>
        <a:p>
          <a:endParaRPr lang="en-US" sz="2400"/>
        </a:p>
      </dgm:t>
    </dgm:pt>
    <dgm:pt modelId="{6A731564-F190-441F-AE91-327687248741}" type="sibTrans" cxnId="{1877B41B-F1D3-4757-AE09-E51F49318B5E}">
      <dgm:prSet/>
      <dgm:spPr/>
      <dgm:t>
        <a:bodyPr/>
        <a:lstStyle/>
        <a:p>
          <a:endParaRPr lang="en-US" sz="2400"/>
        </a:p>
      </dgm:t>
    </dgm:pt>
    <dgm:pt modelId="{E2BE868E-C552-4AA1-AB43-937FF13A980D}">
      <dgm:prSet custT="1"/>
      <dgm:spPr/>
      <dgm:t>
        <a:bodyPr/>
        <a:lstStyle/>
        <a:p>
          <a:pPr rtl="0"/>
          <a:r>
            <a:rPr lang="en-US" sz="1800"/>
            <a:t>Technologies adopted with RPA</a:t>
          </a:r>
          <a:endParaRPr lang="en-IN" sz="1800"/>
        </a:p>
      </dgm:t>
    </dgm:pt>
    <dgm:pt modelId="{A4A55C3D-40A3-4389-8CF1-940BC6DACF8F}" type="parTrans" cxnId="{CE9CE432-EFFA-424B-ADCA-78E283E257D0}">
      <dgm:prSet/>
      <dgm:spPr/>
      <dgm:t>
        <a:bodyPr/>
        <a:lstStyle/>
        <a:p>
          <a:endParaRPr lang="en-US" sz="2400"/>
        </a:p>
      </dgm:t>
    </dgm:pt>
    <dgm:pt modelId="{CA8F19D5-9734-4B8A-81FE-C91711760AED}" type="sibTrans" cxnId="{CE9CE432-EFFA-424B-ADCA-78E283E257D0}">
      <dgm:prSet/>
      <dgm:spPr/>
      <dgm:t>
        <a:bodyPr/>
        <a:lstStyle/>
        <a:p>
          <a:endParaRPr lang="en-US" sz="2400"/>
        </a:p>
      </dgm:t>
    </dgm:pt>
    <dgm:pt modelId="{8367C6E4-DB7E-4473-9A6F-BF3778540017}">
      <dgm:prSet custT="1"/>
      <dgm:spPr/>
      <dgm:t>
        <a:bodyPr/>
        <a:lstStyle/>
        <a:p>
          <a:pPr rtl="0"/>
          <a:r>
            <a:rPr lang="en-US" sz="1600"/>
            <a:t>ML, NLP, Computer Vision, Natural language generation</a:t>
          </a:r>
          <a:endParaRPr lang="en-IN" sz="1600"/>
        </a:p>
      </dgm:t>
    </dgm:pt>
    <dgm:pt modelId="{D922565D-3992-4F28-8A9F-C8E148951B7F}" type="parTrans" cxnId="{FACA3399-968E-4C73-A529-8DD61950FAA1}">
      <dgm:prSet/>
      <dgm:spPr/>
      <dgm:t>
        <a:bodyPr/>
        <a:lstStyle/>
        <a:p>
          <a:endParaRPr lang="en-US" sz="2400"/>
        </a:p>
      </dgm:t>
    </dgm:pt>
    <dgm:pt modelId="{D38E293A-D379-473E-BC63-5C97E0977583}" type="sibTrans" cxnId="{FACA3399-968E-4C73-A529-8DD61950FAA1}">
      <dgm:prSet/>
      <dgm:spPr/>
      <dgm:t>
        <a:bodyPr/>
        <a:lstStyle/>
        <a:p>
          <a:endParaRPr lang="en-US" sz="2400"/>
        </a:p>
      </dgm:t>
    </dgm:pt>
    <dgm:pt modelId="{614A772D-581F-4178-9334-3EB33235AD32}" type="pres">
      <dgm:prSet presAssocID="{F91A3754-B0FD-420F-BAA0-9FE820619891}" presName="Name0" presStyleCnt="0">
        <dgm:presLayoutVars>
          <dgm:dir/>
          <dgm:resizeHandles val="exact"/>
        </dgm:presLayoutVars>
      </dgm:prSet>
      <dgm:spPr/>
    </dgm:pt>
    <dgm:pt modelId="{9DDEC466-81EA-42F7-89F9-92CB63B05D79}" type="pres">
      <dgm:prSet presAssocID="{55BD8B29-A0CD-4513-9D05-B086F683B1C0}" presName="node" presStyleLbl="node1" presStyleIdx="0" presStyleCnt="5">
        <dgm:presLayoutVars>
          <dgm:bulletEnabled val="1"/>
        </dgm:presLayoutVars>
      </dgm:prSet>
      <dgm:spPr/>
    </dgm:pt>
    <dgm:pt modelId="{553CC45A-7C83-4C73-90AB-5F5CC54325C5}" type="pres">
      <dgm:prSet presAssocID="{01589A36-556D-46DA-B3D4-3D26454F5AED}" presName="sibTrans" presStyleCnt="0"/>
      <dgm:spPr/>
    </dgm:pt>
    <dgm:pt modelId="{292D3BFC-CF1D-4072-9AD2-8754DCB99200}" type="pres">
      <dgm:prSet presAssocID="{59FD3C3D-FC62-4ED5-A7B5-8C2DBB56B002}" presName="node" presStyleLbl="node1" presStyleIdx="1" presStyleCnt="5">
        <dgm:presLayoutVars>
          <dgm:bulletEnabled val="1"/>
        </dgm:presLayoutVars>
      </dgm:prSet>
      <dgm:spPr/>
    </dgm:pt>
    <dgm:pt modelId="{B0925129-5BF4-4FDA-9923-E6DAFCCA5F0B}" type="pres">
      <dgm:prSet presAssocID="{29473DC4-DDA5-487D-B1A6-594971006EAD}" presName="sibTrans" presStyleCnt="0"/>
      <dgm:spPr/>
    </dgm:pt>
    <dgm:pt modelId="{D35B8B4C-90A4-4C4D-B738-860FB4F822AE}" type="pres">
      <dgm:prSet presAssocID="{83B27FA1-E9E9-451F-AD98-9D941755203D}" presName="node" presStyleLbl="node1" presStyleIdx="2" presStyleCnt="5">
        <dgm:presLayoutVars>
          <dgm:bulletEnabled val="1"/>
        </dgm:presLayoutVars>
      </dgm:prSet>
      <dgm:spPr/>
    </dgm:pt>
    <dgm:pt modelId="{B21A975F-0184-4634-AA72-EEA1F7A7D62F}" type="pres">
      <dgm:prSet presAssocID="{D461F14D-25EB-4437-9E4C-5ACA64C5DD89}" presName="sibTrans" presStyleCnt="0"/>
      <dgm:spPr/>
    </dgm:pt>
    <dgm:pt modelId="{6DCE37BF-FBD6-42E5-A259-AB874230943C}" type="pres">
      <dgm:prSet presAssocID="{D2FE2169-C5BF-4C80-ABE0-1D2FCA4EA270}" presName="node" presStyleLbl="node1" presStyleIdx="3" presStyleCnt="5">
        <dgm:presLayoutVars>
          <dgm:bulletEnabled val="1"/>
        </dgm:presLayoutVars>
      </dgm:prSet>
      <dgm:spPr/>
    </dgm:pt>
    <dgm:pt modelId="{E1180965-DC0A-4356-9656-8AE5F45498FB}" type="pres">
      <dgm:prSet presAssocID="{6A731564-F190-441F-AE91-327687248741}" presName="sibTrans" presStyleCnt="0"/>
      <dgm:spPr/>
    </dgm:pt>
    <dgm:pt modelId="{4227C13D-B69F-49D9-BC9B-437533B02B03}" type="pres">
      <dgm:prSet presAssocID="{E2BE868E-C552-4AA1-AB43-937FF13A980D}" presName="node" presStyleLbl="node1" presStyleIdx="4" presStyleCnt="5">
        <dgm:presLayoutVars>
          <dgm:bulletEnabled val="1"/>
        </dgm:presLayoutVars>
      </dgm:prSet>
      <dgm:spPr/>
    </dgm:pt>
  </dgm:ptLst>
  <dgm:cxnLst>
    <dgm:cxn modelId="{FA8C100D-71E9-4BB9-9617-F855CCEF4142}" type="presOf" srcId="{59FD3C3D-FC62-4ED5-A7B5-8C2DBB56B002}" destId="{292D3BFC-CF1D-4072-9AD2-8754DCB99200}" srcOrd="0" destOrd="0" presId="urn:microsoft.com/office/officeart/2005/8/layout/hList6"/>
    <dgm:cxn modelId="{B182DB11-EA34-4406-84D0-C255335348B3}" type="presOf" srcId="{55BD8B29-A0CD-4513-9D05-B086F683B1C0}" destId="{9DDEC466-81EA-42F7-89F9-92CB63B05D79}" srcOrd="0" destOrd="0" presId="urn:microsoft.com/office/officeart/2005/8/layout/hList6"/>
    <dgm:cxn modelId="{8773D113-F005-447D-AB43-5FC1038150AB}" type="presOf" srcId="{83B27FA1-E9E9-451F-AD98-9D941755203D}" destId="{D35B8B4C-90A4-4C4D-B738-860FB4F822AE}" srcOrd="0" destOrd="0" presId="urn:microsoft.com/office/officeart/2005/8/layout/hList6"/>
    <dgm:cxn modelId="{1877B41B-F1D3-4757-AE09-E51F49318B5E}" srcId="{F91A3754-B0FD-420F-BAA0-9FE820619891}" destId="{D2FE2169-C5BF-4C80-ABE0-1D2FCA4EA270}" srcOrd="3" destOrd="0" parTransId="{E971B93F-DCF3-459D-8EB9-1D9828D95AC5}" sibTransId="{6A731564-F190-441F-AE91-327687248741}"/>
    <dgm:cxn modelId="{73A82C20-E43B-44F3-B556-3D5BFA4C8482}" srcId="{F91A3754-B0FD-420F-BAA0-9FE820619891}" destId="{59FD3C3D-FC62-4ED5-A7B5-8C2DBB56B002}" srcOrd="1" destOrd="0" parTransId="{70E0B475-D2C8-4BD6-8E63-728429DD6219}" sibTransId="{29473DC4-DDA5-487D-B1A6-594971006EAD}"/>
    <dgm:cxn modelId="{CE9CE432-EFFA-424B-ADCA-78E283E257D0}" srcId="{F91A3754-B0FD-420F-BAA0-9FE820619891}" destId="{E2BE868E-C552-4AA1-AB43-937FF13A980D}" srcOrd="4" destOrd="0" parTransId="{A4A55C3D-40A3-4389-8CF1-940BC6DACF8F}" sibTransId="{CA8F19D5-9734-4B8A-81FE-C91711760AED}"/>
    <dgm:cxn modelId="{59600241-1896-41B5-B6C3-BB2974D7DB6F}" type="presOf" srcId="{8367C6E4-DB7E-4473-9A6F-BF3778540017}" destId="{4227C13D-B69F-49D9-BC9B-437533B02B03}" srcOrd="0" destOrd="1" presId="urn:microsoft.com/office/officeart/2005/8/layout/hList6"/>
    <dgm:cxn modelId="{9CF61563-5EC2-480D-B2B8-58FECF00BB03}" type="presOf" srcId="{F91A3754-B0FD-420F-BAA0-9FE820619891}" destId="{614A772D-581F-4178-9334-3EB33235AD32}" srcOrd="0" destOrd="0" presId="urn:microsoft.com/office/officeart/2005/8/layout/hList6"/>
    <dgm:cxn modelId="{744F427E-8EB3-4039-9029-5B51354B397D}" type="presOf" srcId="{D2FE2169-C5BF-4C80-ABE0-1D2FCA4EA270}" destId="{6DCE37BF-FBD6-42E5-A259-AB874230943C}" srcOrd="0" destOrd="0" presId="urn:microsoft.com/office/officeart/2005/8/layout/hList6"/>
    <dgm:cxn modelId="{FACA3399-968E-4C73-A529-8DD61950FAA1}" srcId="{E2BE868E-C552-4AA1-AB43-937FF13A980D}" destId="{8367C6E4-DB7E-4473-9A6F-BF3778540017}" srcOrd="0" destOrd="0" parTransId="{D922565D-3992-4F28-8A9F-C8E148951B7F}" sibTransId="{D38E293A-D379-473E-BC63-5C97E0977583}"/>
    <dgm:cxn modelId="{97CD07BB-77D4-458C-832E-2169DB045827}" srcId="{F91A3754-B0FD-420F-BAA0-9FE820619891}" destId="{55BD8B29-A0CD-4513-9D05-B086F683B1C0}" srcOrd="0" destOrd="0" parTransId="{F4B88029-CCD0-4D59-98ED-FC852989FEAF}" sibTransId="{01589A36-556D-46DA-B3D4-3D26454F5AED}"/>
    <dgm:cxn modelId="{3131AEDD-15B7-4ECA-8A5E-68547B8E2ACA}" srcId="{F91A3754-B0FD-420F-BAA0-9FE820619891}" destId="{83B27FA1-E9E9-451F-AD98-9D941755203D}" srcOrd="2" destOrd="0" parTransId="{F678E60B-43B4-4A7F-9235-E69628B41166}" sibTransId="{D461F14D-25EB-4437-9E4C-5ACA64C5DD89}"/>
    <dgm:cxn modelId="{F33064EB-1159-48A1-A9F4-AC21E8C0B52B}" type="presOf" srcId="{E2BE868E-C552-4AA1-AB43-937FF13A980D}" destId="{4227C13D-B69F-49D9-BC9B-437533B02B03}" srcOrd="0" destOrd="0" presId="urn:microsoft.com/office/officeart/2005/8/layout/hList6"/>
    <dgm:cxn modelId="{A25E8FE1-16C2-4F40-B355-72B55F92B174}" type="presParOf" srcId="{614A772D-581F-4178-9334-3EB33235AD32}" destId="{9DDEC466-81EA-42F7-89F9-92CB63B05D79}" srcOrd="0" destOrd="0" presId="urn:microsoft.com/office/officeart/2005/8/layout/hList6"/>
    <dgm:cxn modelId="{6A558770-B53E-49F9-BAB9-02F17876DD44}" type="presParOf" srcId="{614A772D-581F-4178-9334-3EB33235AD32}" destId="{553CC45A-7C83-4C73-90AB-5F5CC54325C5}" srcOrd="1" destOrd="0" presId="urn:microsoft.com/office/officeart/2005/8/layout/hList6"/>
    <dgm:cxn modelId="{7C46BF36-2EE9-4AA6-8452-708E40B26164}" type="presParOf" srcId="{614A772D-581F-4178-9334-3EB33235AD32}" destId="{292D3BFC-CF1D-4072-9AD2-8754DCB99200}" srcOrd="2" destOrd="0" presId="urn:microsoft.com/office/officeart/2005/8/layout/hList6"/>
    <dgm:cxn modelId="{142BF200-8A60-43BE-A682-708CF7E78E81}" type="presParOf" srcId="{614A772D-581F-4178-9334-3EB33235AD32}" destId="{B0925129-5BF4-4FDA-9923-E6DAFCCA5F0B}" srcOrd="3" destOrd="0" presId="urn:microsoft.com/office/officeart/2005/8/layout/hList6"/>
    <dgm:cxn modelId="{EEBBE332-E2A0-47AB-93EF-46C2C0710D38}" type="presParOf" srcId="{614A772D-581F-4178-9334-3EB33235AD32}" destId="{D35B8B4C-90A4-4C4D-B738-860FB4F822AE}" srcOrd="4" destOrd="0" presId="urn:microsoft.com/office/officeart/2005/8/layout/hList6"/>
    <dgm:cxn modelId="{8D981872-0DEC-4A45-8E2C-7D4E0CFA97E9}" type="presParOf" srcId="{614A772D-581F-4178-9334-3EB33235AD32}" destId="{B21A975F-0184-4634-AA72-EEA1F7A7D62F}" srcOrd="5" destOrd="0" presId="urn:microsoft.com/office/officeart/2005/8/layout/hList6"/>
    <dgm:cxn modelId="{4353FEC1-B83D-49DA-A091-85045D7F6F0F}" type="presParOf" srcId="{614A772D-581F-4178-9334-3EB33235AD32}" destId="{6DCE37BF-FBD6-42E5-A259-AB874230943C}" srcOrd="6" destOrd="0" presId="urn:microsoft.com/office/officeart/2005/8/layout/hList6"/>
    <dgm:cxn modelId="{583C4C27-A9A0-4212-9F2E-BDF938CB350F}" type="presParOf" srcId="{614A772D-581F-4178-9334-3EB33235AD32}" destId="{E1180965-DC0A-4356-9656-8AE5F45498FB}" srcOrd="7" destOrd="0" presId="urn:microsoft.com/office/officeart/2005/8/layout/hList6"/>
    <dgm:cxn modelId="{444D51B9-E409-4DFD-A714-96BBF74A8BD3}" type="presParOf" srcId="{614A772D-581F-4178-9334-3EB33235AD32}" destId="{4227C13D-B69F-49D9-BC9B-437533B02B03}" srcOrd="8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9081D40-66AA-4876-A560-6F770690B936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C50ED9F-3D1C-4209-A116-D42DE75727A5}">
      <dgm:prSet custT="1"/>
      <dgm:spPr/>
      <dgm:t>
        <a:bodyPr/>
        <a:lstStyle/>
        <a:p>
          <a:pPr rtl="0"/>
          <a:r>
            <a:rPr lang="en-US" sz="1800"/>
            <a:t>With RPA, it has become much easier to automate tasks. </a:t>
          </a:r>
          <a:endParaRPr lang="en-IN" sz="1800"/>
        </a:p>
      </dgm:t>
    </dgm:pt>
    <dgm:pt modelId="{4F15C300-B8FC-446E-9CF1-81D8303D8EBC}" type="parTrans" cxnId="{9474353C-BE5F-460B-92DF-860932968512}">
      <dgm:prSet/>
      <dgm:spPr/>
      <dgm:t>
        <a:bodyPr/>
        <a:lstStyle/>
        <a:p>
          <a:endParaRPr lang="en-US" sz="2000"/>
        </a:p>
      </dgm:t>
    </dgm:pt>
    <dgm:pt modelId="{02E623C0-2FDA-4CAD-A7B1-C92AFA069B1F}" type="sibTrans" cxnId="{9474353C-BE5F-460B-92DF-860932968512}">
      <dgm:prSet/>
      <dgm:spPr/>
      <dgm:t>
        <a:bodyPr/>
        <a:lstStyle/>
        <a:p>
          <a:endParaRPr lang="en-US" sz="2000"/>
        </a:p>
      </dgm:t>
    </dgm:pt>
    <dgm:pt modelId="{33EC33D1-92AA-4ACD-BD87-C31FB7E56BB7}">
      <dgm:prSet custT="1"/>
      <dgm:spPr/>
      <dgm:t>
        <a:bodyPr/>
        <a:lstStyle/>
        <a:p>
          <a:pPr rtl="0"/>
          <a:r>
            <a:rPr lang="en-US" sz="1800"/>
            <a:t>Now, we need to know only the steps taken by humans and make the Robots mimic the action on a computer screen using mouse and keyboard. </a:t>
          </a:r>
          <a:endParaRPr lang="en-IN" sz="1800"/>
        </a:p>
      </dgm:t>
    </dgm:pt>
    <dgm:pt modelId="{3665BE65-B646-461D-AC98-60059291EDF8}" type="parTrans" cxnId="{C4E8EB93-5FED-4DD6-B2B9-78FB5EF1E734}">
      <dgm:prSet/>
      <dgm:spPr/>
      <dgm:t>
        <a:bodyPr/>
        <a:lstStyle/>
        <a:p>
          <a:endParaRPr lang="en-US" sz="2000"/>
        </a:p>
      </dgm:t>
    </dgm:pt>
    <dgm:pt modelId="{D838E427-BC79-4D92-9FB0-02604ED923CC}" type="sibTrans" cxnId="{C4E8EB93-5FED-4DD6-B2B9-78FB5EF1E734}">
      <dgm:prSet/>
      <dgm:spPr/>
      <dgm:t>
        <a:bodyPr/>
        <a:lstStyle/>
        <a:p>
          <a:endParaRPr lang="en-US" sz="2000"/>
        </a:p>
      </dgm:t>
    </dgm:pt>
    <dgm:pt modelId="{79B1D8AD-A09D-4752-B0F5-21C9088216C5}">
      <dgm:prSet custT="1"/>
      <dgm:spPr/>
      <dgm:t>
        <a:bodyPr/>
        <a:lstStyle/>
        <a:p>
          <a:pPr rtl="0"/>
          <a:r>
            <a:rPr lang="en-US" sz="1800" dirty="0"/>
            <a:t>Business logic, validation of data, transformation, and use of data is already coded in existing systems that humans use to accomplish a task, a simple example being invoice data entry.</a:t>
          </a:r>
          <a:endParaRPr lang="en-IN" sz="1800" dirty="0"/>
        </a:p>
      </dgm:t>
    </dgm:pt>
    <dgm:pt modelId="{8F28DE88-05D5-40DD-91F8-6598F97E3A75}" type="parTrans" cxnId="{1A4D8DEC-4372-469C-BF18-3EABD4D7EDC8}">
      <dgm:prSet/>
      <dgm:spPr/>
      <dgm:t>
        <a:bodyPr/>
        <a:lstStyle/>
        <a:p>
          <a:endParaRPr lang="en-US" sz="2000"/>
        </a:p>
      </dgm:t>
    </dgm:pt>
    <dgm:pt modelId="{84F2F9CD-9BC1-48CE-8D15-59EFDA651579}" type="sibTrans" cxnId="{1A4D8DEC-4372-469C-BF18-3EABD4D7EDC8}">
      <dgm:prSet/>
      <dgm:spPr/>
      <dgm:t>
        <a:bodyPr/>
        <a:lstStyle/>
        <a:p>
          <a:endParaRPr lang="en-US" sz="2000"/>
        </a:p>
      </dgm:t>
    </dgm:pt>
    <dgm:pt modelId="{2CD426F9-0241-4971-810F-4B17E49D25D9}">
      <dgm:prSet custT="1"/>
      <dgm:spPr/>
      <dgm:t>
        <a:bodyPr/>
        <a:lstStyle/>
        <a:p>
          <a:pPr rtl="0"/>
          <a:r>
            <a:rPr lang="en-US" sz="1800"/>
            <a:t>RPA platforms allow the program, called Robots, </a:t>
          </a:r>
          <a:endParaRPr lang="en-IN" sz="1800"/>
        </a:p>
      </dgm:t>
    </dgm:pt>
    <dgm:pt modelId="{47CD3EB4-2C3F-41E2-BAE1-FFC87A97581E}" type="parTrans" cxnId="{A50FA152-5A09-4670-AADB-75747CFB266B}">
      <dgm:prSet/>
      <dgm:spPr/>
      <dgm:t>
        <a:bodyPr/>
        <a:lstStyle/>
        <a:p>
          <a:endParaRPr lang="en-US" sz="2000"/>
        </a:p>
      </dgm:t>
    </dgm:pt>
    <dgm:pt modelId="{4DF16924-830D-42D8-B4AB-70CA728584B1}" type="sibTrans" cxnId="{A50FA152-5A09-4670-AADB-75747CFB266B}">
      <dgm:prSet/>
      <dgm:spPr/>
      <dgm:t>
        <a:bodyPr/>
        <a:lstStyle/>
        <a:p>
          <a:endParaRPr lang="en-US" sz="2000"/>
        </a:p>
      </dgm:t>
    </dgm:pt>
    <dgm:pt modelId="{7468705C-5672-4A2E-98B8-348C75CB2B3B}">
      <dgm:prSet custT="1"/>
      <dgm:spPr/>
      <dgm:t>
        <a:bodyPr/>
        <a:lstStyle/>
        <a:p>
          <a:pPr rtl="0"/>
          <a:r>
            <a:rPr lang="en-US" sz="1400"/>
            <a:t>to interact with any application in the same way a human would do, </a:t>
          </a:r>
          <a:endParaRPr lang="en-IN" sz="1400"/>
        </a:p>
      </dgm:t>
    </dgm:pt>
    <dgm:pt modelId="{3E7CD77A-BA7B-4EF0-AEEF-D1FE0F2AC43B}" type="parTrans" cxnId="{8A5AA975-032A-41D8-8C28-AB69A1A7DA79}">
      <dgm:prSet/>
      <dgm:spPr/>
      <dgm:t>
        <a:bodyPr/>
        <a:lstStyle/>
        <a:p>
          <a:endParaRPr lang="en-US" sz="2000"/>
        </a:p>
      </dgm:t>
    </dgm:pt>
    <dgm:pt modelId="{9533F22B-02FD-4F10-B5B8-F96A31B3B2CA}" type="sibTrans" cxnId="{8A5AA975-032A-41D8-8C28-AB69A1A7DA79}">
      <dgm:prSet/>
      <dgm:spPr/>
      <dgm:t>
        <a:bodyPr/>
        <a:lstStyle/>
        <a:p>
          <a:endParaRPr lang="en-US" sz="2000"/>
        </a:p>
      </dgm:t>
    </dgm:pt>
    <dgm:pt modelId="{83FC27B3-CAF7-41A7-99DC-8E352EE38547}">
      <dgm:prSet custT="1"/>
      <dgm:spPr/>
      <dgm:t>
        <a:bodyPr/>
        <a:lstStyle/>
        <a:p>
          <a:pPr rtl="0"/>
          <a:r>
            <a:rPr lang="en-US" sz="1400"/>
            <a:t>hence, automating rule-based work by recording those steps for later playback.</a:t>
          </a:r>
          <a:endParaRPr lang="en-IN" sz="1400"/>
        </a:p>
      </dgm:t>
    </dgm:pt>
    <dgm:pt modelId="{898AD2B5-2A91-45BF-88B9-EB7CC9F2573F}" type="parTrans" cxnId="{9C1159DD-488C-41DD-839F-7E56205BC6D2}">
      <dgm:prSet/>
      <dgm:spPr/>
      <dgm:t>
        <a:bodyPr/>
        <a:lstStyle/>
        <a:p>
          <a:endParaRPr lang="en-US" sz="2000"/>
        </a:p>
      </dgm:t>
    </dgm:pt>
    <dgm:pt modelId="{98EEB150-968D-4310-9863-ABAA8962ECDB}" type="sibTrans" cxnId="{9C1159DD-488C-41DD-839F-7E56205BC6D2}">
      <dgm:prSet/>
      <dgm:spPr/>
      <dgm:t>
        <a:bodyPr/>
        <a:lstStyle/>
        <a:p>
          <a:endParaRPr lang="en-US" sz="2000"/>
        </a:p>
      </dgm:t>
    </dgm:pt>
    <dgm:pt modelId="{FEA63396-5265-4D01-BE97-0B6A7A74F9A2}" type="pres">
      <dgm:prSet presAssocID="{29081D40-66AA-4876-A560-6F770690B936}" presName="Name0" presStyleCnt="0">
        <dgm:presLayoutVars>
          <dgm:dir/>
          <dgm:resizeHandles val="exact"/>
        </dgm:presLayoutVars>
      </dgm:prSet>
      <dgm:spPr/>
    </dgm:pt>
    <dgm:pt modelId="{4A09C014-521B-46F0-A286-A8208A31970F}" type="pres">
      <dgm:prSet presAssocID="{5C50ED9F-3D1C-4209-A116-D42DE75727A5}" presName="node" presStyleLbl="node1" presStyleIdx="0" presStyleCnt="4">
        <dgm:presLayoutVars>
          <dgm:bulletEnabled val="1"/>
        </dgm:presLayoutVars>
      </dgm:prSet>
      <dgm:spPr/>
    </dgm:pt>
    <dgm:pt modelId="{70AC443A-F171-44ED-867E-129E383847F6}" type="pres">
      <dgm:prSet presAssocID="{02E623C0-2FDA-4CAD-A7B1-C92AFA069B1F}" presName="sibTrans" presStyleCnt="0"/>
      <dgm:spPr/>
    </dgm:pt>
    <dgm:pt modelId="{785BD806-4CA7-4B51-B495-CACEC1D2D99F}" type="pres">
      <dgm:prSet presAssocID="{33EC33D1-92AA-4ACD-BD87-C31FB7E56BB7}" presName="node" presStyleLbl="node1" presStyleIdx="1" presStyleCnt="4">
        <dgm:presLayoutVars>
          <dgm:bulletEnabled val="1"/>
        </dgm:presLayoutVars>
      </dgm:prSet>
      <dgm:spPr/>
    </dgm:pt>
    <dgm:pt modelId="{BC379565-75E3-40EF-8247-2A2BFD2ED562}" type="pres">
      <dgm:prSet presAssocID="{D838E427-BC79-4D92-9FB0-02604ED923CC}" presName="sibTrans" presStyleCnt="0"/>
      <dgm:spPr/>
    </dgm:pt>
    <dgm:pt modelId="{25E1111F-DD88-4777-A681-43277E57B8AD}" type="pres">
      <dgm:prSet presAssocID="{79B1D8AD-A09D-4752-B0F5-21C9088216C5}" presName="node" presStyleLbl="node1" presStyleIdx="2" presStyleCnt="4">
        <dgm:presLayoutVars>
          <dgm:bulletEnabled val="1"/>
        </dgm:presLayoutVars>
      </dgm:prSet>
      <dgm:spPr/>
    </dgm:pt>
    <dgm:pt modelId="{425D279C-5C96-467B-9245-11DD4EFFA1EB}" type="pres">
      <dgm:prSet presAssocID="{84F2F9CD-9BC1-48CE-8D15-59EFDA651579}" presName="sibTrans" presStyleCnt="0"/>
      <dgm:spPr/>
    </dgm:pt>
    <dgm:pt modelId="{F72477E4-DD1D-4415-BEEB-405666CB07DE}" type="pres">
      <dgm:prSet presAssocID="{2CD426F9-0241-4971-810F-4B17E49D25D9}" presName="node" presStyleLbl="node1" presStyleIdx="3" presStyleCnt="4">
        <dgm:presLayoutVars>
          <dgm:bulletEnabled val="1"/>
        </dgm:presLayoutVars>
      </dgm:prSet>
      <dgm:spPr/>
    </dgm:pt>
  </dgm:ptLst>
  <dgm:cxnLst>
    <dgm:cxn modelId="{A75D7018-53CB-4056-95E5-7756242E4959}" type="presOf" srcId="{83FC27B3-CAF7-41A7-99DC-8E352EE38547}" destId="{F72477E4-DD1D-4415-BEEB-405666CB07DE}" srcOrd="0" destOrd="2" presId="urn:microsoft.com/office/officeart/2005/8/layout/hList6"/>
    <dgm:cxn modelId="{9474353C-BE5F-460B-92DF-860932968512}" srcId="{29081D40-66AA-4876-A560-6F770690B936}" destId="{5C50ED9F-3D1C-4209-A116-D42DE75727A5}" srcOrd="0" destOrd="0" parTransId="{4F15C300-B8FC-446E-9CF1-81D8303D8EBC}" sibTransId="{02E623C0-2FDA-4CAD-A7B1-C92AFA069B1F}"/>
    <dgm:cxn modelId="{A50FA152-5A09-4670-AADB-75747CFB266B}" srcId="{29081D40-66AA-4876-A560-6F770690B936}" destId="{2CD426F9-0241-4971-810F-4B17E49D25D9}" srcOrd="3" destOrd="0" parTransId="{47CD3EB4-2C3F-41E2-BAE1-FFC87A97581E}" sibTransId="{4DF16924-830D-42D8-B4AB-70CA728584B1}"/>
    <dgm:cxn modelId="{8A5AA975-032A-41D8-8C28-AB69A1A7DA79}" srcId="{2CD426F9-0241-4971-810F-4B17E49D25D9}" destId="{7468705C-5672-4A2E-98B8-348C75CB2B3B}" srcOrd="0" destOrd="0" parTransId="{3E7CD77A-BA7B-4EF0-AEEF-D1FE0F2AC43B}" sibTransId="{9533F22B-02FD-4F10-B5B8-F96A31B3B2CA}"/>
    <dgm:cxn modelId="{6BE73E56-594E-4707-ADAF-358D238F85C5}" type="presOf" srcId="{79B1D8AD-A09D-4752-B0F5-21C9088216C5}" destId="{25E1111F-DD88-4777-A681-43277E57B8AD}" srcOrd="0" destOrd="0" presId="urn:microsoft.com/office/officeart/2005/8/layout/hList6"/>
    <dgm:cxn modelId="{D666547B-2DF4-40AA-97AF-7621B39DB916}" type="presOf" srcId="{33EC33D1-92AA-4ACD-BD87-C31FB7E56BB7}" destId="{785BD806-4CA7-4B51-B495-CACEC1D2D99F}" srcOrd="0" destOrd="0" presId="urn:microsoft.com/office/officeart/2005/8/layout/hList6"/>
    <dgm:cxn modelId="{68DEE18A-CBCE-4436-9941-46B7DBEF59D2}" type="presOf" srcId="{2CD426F9-0241-4971-810F-4B17E49D25D9}" destId="{F72477E4-DD1D-4415-BEEB-405666CB07DE}" srcOrd="0" destOrd="0" presId="urn:microsoft.com/office/officeart/2005/8/layout/hList6"/>
    <dgm:cxn modelId="{C4E8EB93-5FED-4DD6-B2B9-78FB5EF1E734}" srcId="{29081D40-66AA-4876-A560-6F770690B936}" destId="{33EC33D1-92AA-4ACD-BD87-C31FB7E56BB7}" srcOrd="1" destOrd="0" parTransId="{3665BE65-B646-461D-AC98-60059291EDF8}" sibTransId="{D838E427-BC79-4D92-9FB0-02604ED923CC}"/>
    <dgm:cxn modelId="{18E9A9A2-7BDE-4777-A0CB-751195729522}" type="presOf" srcId="{7468705C-5672-4A2E-98B8-348C75CB2B3B}" destId="{F72477E4-DD1D-4415-BEEB-405666CB07DE}" srcOrd="0" destOrd="1" presId="urn:microsoft.com/office/officeart/2005/8/layout/hList6"/>
    <dgm:cxn modelId="{14A1D1CD-45C7-4269-AC15-390F1C32B123}" type="presOf" srcId="{5C50ED9F-3D1C-4209-A116-D42DE75727A5}" destId="{4A09C014-521B-46F0-A286-A8208A31970F}" srcOrd="0" destOrd="0" presId="urn:microsoft.com/office/officeart/2005/8/layout/hList6"/>
    <dgm:cxn modelId="{025105D0-E7FD-4A81-BA0F-E52C12448478}" type="presOf" srcId="{29081D40-66AA-4876-A560-6F770690B936}" destId="{FEA63396-5265-4D01-BE97-0B6A7A74F9A2}" srcOrd="0" destOrd="0" presId="urn:microsoft.com/office/officeart/2005/8/layout/hList6"/>
    <dgm:cxn modelId="{9C1159DD-488C-41DD-839F-7E56205BC6D2}" srcId="{2CD426F9-0241-4971-810F-4B17E49D25D9}" destId="{83FC27B3-CAF7-41A7-99DC-8E352EE38547}" srcOrd="1" destOrd="0" parTransId="{898AD2B5-2A91-45BF-88B9-EB7CC9F2573F}" sibTransId="{98EEB150-968D-4310-9863-ABAA8962ECDB}"/>
    <dgm:cxn modelId="{1A4D8DEC-4372-469C-BF18-3EABD4D7EDC8}" srcId="{29081D40-66AA-4876-A560-6F770690B936}" destId="{79B1D8AD-A09D-4752-B0F5-21C9088216C5}" srcOrd="2" destOrd="0" parTransId="{8F28DE88-05D5-40DD-91F8-6598F97E3A75}" sibTransId="{84F2F9CD-9BC1-48CE-8D15-59EFDA651579}"/>
    <dgm:cxn modelId="{40A6EA9D-5AA9-40D5-AD2B-B3057C2876F7}" type="presParOf" srcId="{FEA63396-5265-4D01-BE97-0B6A7A74F9A2}" destId="{4A09C014-521B-46F0-A286-A8208A31970F}" srcOrd="0" destOrd="0" presId="urn:microsoft.com/office/officeart/2005/8/layout/hList6"/>
    <dgm:cxn modelId="{059CD944-20C0-4100-88BD-53F52043DF0C}" type="presParOf" srcId="{FEA63396-5265-4D01-BE97-0B6A7A74F9A2}" destId="{70AC443A-F171-44ED-867E-129E383847F6}" srcOrd="1" destOrd="0" presId="urn:microsoft.com/office/officeart/2005/8/layout/hList6"/>
    <dgm:cxn modelId="{03D3149B-E766-481D-BF9C-1986FA18F633}" type="presParOf" srcId="{FEA63396-5265-4D01-BE97-0B6A7A74F9A2}" destId="{785BD806-4CA7-4B51-B495-CACEC1D2D99F}" srcOrd="2" destOrd="0" presId="urn:microsoft.com/office/officeart/2005/8/layout/hList6"/>
    <dgm:cxn modelId="{FE21E806-1E92-49C6-BA74-F7CB0F1CC943}" type="presParOf" srcId="{FEA63396-5265-4D01-BE97-0B6A7A74F9A2}" destId="{BC379565-75E3-40EF-8247-2A2BFD2ED562}" srcOrd="3" destOrd="0" presId="urn:microsoft.com/office/officeart/2005/8/layout/hList6"/>
    <dgm:cxn modelId="{C1BF40C2-2AC7-4A80-B2FB-4B0C8313C52B}" type="presParOf" srcId="{FEA63396-5265-4D01-BE97-0B6A7A74F9A2}" destId="{25E1111F-DD88-4777-A681-43277E57B8AD}" srcOrd="4" destOrd="0" presId="urn:microsoft.com/office/officeart/2005/8/layout/hList6"/>
    <dgm:cxn modelId="{79594425-921E-4C79-8A03-0F6CD1CFD466}" type="presParOf" srcId="{FEA63396-5265-4D01-BE97-0B6A7A74F9A2}" destId="{425D279C-5C96-467B-9245-11DD4EFFA1EB}" srcOrd="5" destOrd="0" presId="urn:microsoft.com/office/officeart/2005/8/layout/hList6"/>
    <dgm:cxn modelId="{D81A939C-4131-47D3-B5FA-2F6E0D953032}" type="presParOf" srcId="{FEA63396-5265-4D01-BE97-0B6A7A74F9A2}" destId="{F72477E4-DD1D-4415-BEEB-405666CB07DE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86C4446-E106-4CBF-8CA5-3352E4B9F623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524AA72-E310-4118-99B4-84E48B84FEB2}">
      <dgm:prSet custT="1"/>
      <dgm:spPr/>
      <dgm:t>
        <a:bodyPr/>
        <a:lstStyle/>
        <a:p>
          <a:pPr rtl="0"/>
          <a:r>
            <a:rPr lang="en-US" sz="1800"/>
            <a:t>point that distinguishes RPA from traditional automation is that the software Robot is trained using steps that are illustrative rather than using instructions based on code</a:t>
          </a:r>
          <a:endParaRPr lang="en-IN" sz="1800"/>
        </a:p>
      </dgm:t>
    </dgm:pt>
    <dgm:pt modelId="{EEF83E23-938B-4148-9B37-AA741F1A96DF}" type="parTrans" cxnId="{9EC22607-E0E4-4937-8870-84E70A0B4240}">
      <dgm:prSet/>
      <dgm:spPr/>
      <dgm:t>
        <a:bodyPr/>
        <a:lstStyle/>
        <a:p>
          <a:endParaRPr lang="en-US" sz="2000"/>
        </a:p>
      </dgm:t>
    </dgm:pt>
    <dgm:pt modelId="{CAC89050-2A64-44DF-858F-83B4EED24454}" type="sibTrans" cxnId="{9EC22607-E0E4-4937-8870-84E70A0B4240}">
      <dgm:prSet/>
      <dgm:spPr/>
      <dgm:t>
        <a:bodyPr/>
        <a:lstStyle/>
        <a:p>
          <a:endParaRPr lang="en-US" sz="2000"/>
        </a:p>
      </dgm:t>
    </dgm:pt>
    <dgm:pt modelId="{4661B65A-EED7-4DC6-80FA-2A4FBD3F5454}">
      <dgm:prSet custT="1"/>
      <dgm:spPr/>
      <dgm:t>
        <a:bodyPr/>
        <a:lstStyle/>
        <a:p>
          <a:pPr rtl="0"/>
          <a:r>
            <a:rPr lang="en-US" sz="1800"/>
            <a:t>RPA is capable of adapting to dynamic circumstances</a:t>
          </a:r>
          <a:endParaRPr lang="en-IN" sz="1800"/>
        </a:p>
      </dgm:t>
    </dgm:pt>
    <dgm:pt modelId="{1BBD9E9F-401E-4D8E-8D5C-949EDC69873F}" type="parTrans" cxnId="{665AEC2A-0674-4B25-A3B4-DA2AECC24ED0}">
      <dgm:prSet/>
      <dgm:spPr/>
      <dgm:t>
        <a:bodyPr/>
        <a:lstStyle/>
        <a:p>
          <a:endParaRPr lang="en-US" sz="2000"/>
        </a:p>
      </dgm:t>
    </dgm:pt>
    <dgm:pt modelId="{A5D6F3CC-4ED5-432E-9BF5-3CF8F4B77968}" type="sibTrans" cxnId="{665AEC2A-0674-4B25-A3B4-DA2AECC24ED0}">
      <dgm:prSet/>
      <dgm:spPr/>
      <dgm:t>
        <a:bodyPr/>
        <a:lstStyle/>
        <a:p>
          <a:endParaRPr lang="en-US" sz="2000"/>
        </a:p>
      </dgm:t>
    </dgm:pt>
    <dgm:pt modelId="{9541DDAF-A7D2-42EB-9D48-5C2C7E992C6A}">
      <dgm:prSet custT="1"/>
      <dgm:spPr/>
      <dgm:t>
        <a:bodyPr/>
        <a:lstStyle/>
        <a:p>
          <a:pPr rtl="0"/>
          <a:r>
            <a:rPr lang="en-US" sz="1800"/>
            <a:t>From tedious, repetitive, and high volume tasks, to diverse, complicated systems that need to work together lucidly, RPA can handle it all. </a:t>
          </a:r>
          <a:endParaRPr lang="en-IN" sz="1800"/>
        </a:p>
      </dgm:t>
    </dgm:pt>
    <dgm:pt modelId="{3DF06F38-4634-4E01-816C-4259701B6FD8}" type="parTrans" cxnId="{47C39BA7-6323-40BD-8C57-140D6A6A951A}">
      <dgm:prSet/>
      <dgm:spPr/>
      <dgm:t>
        <a:bodyPr/>
        <a:lstStyle/>
        <a:p>
          <a:endParaRPr lang="en-US" sz="2000"/>
        </a:p>
      </dgm:t>
    </dgm:pt>
    <dgm:pt modelId="{50B575E4-86AC-4F74-A4F9-B8DAA6DACBDD}" type="sibTrans" cxnId="{47C39BA7-6323-40BD-8C57-140D6A6A951A}">
      <dgm:prSet/>
      <dgm:spPr/>
      <dgm:t>
        <a:bodyPr/>
        <a:lstStyle/>
        <a:p>
          <a:endParaRPr lang="en-US" sz="2000"/>
        </a:p>
      </dgm:t>
    </dgm:pt>
    <dgm:pt modelId="{1D532EA1-8676-4B15-895E-883064A52AFC}">
      <dgm:prSet custT="1"/>
      <dgm:spPr/>
      <dgm:t>
        <a:bodyPr/>
        <a:lstStyle/>
        <a:p>
          <a:pPr rtl="0"/>
          <a:r>
            <a:rPr lang="en-US" sz="1800"/>
            <a:t>There is consistency in quality, accuracy, productivity and efficiency, faster delivery of services, and of course, lower operation costs.</a:t>
          </a:r>
          <a:endParaRPr lang="en-IN" sz="1800"/>
        </a:p>
      </dgm:t>
    </dgm:pt>
    <dgm:pt modelId="{34B372B7-44F8-423B-BBF5-CBAE1C6DC8E8}" type="parTrans" cxnId="{A54BD6B5-DDD6-4214-878D-989FD881FB2C}">
      <dgm:prSet/>
      <dgm:spPr/>
      <dgm:t>
        <a:bodyPr/>
        <a:lstStyle/>
        <a:p>
          <a:endParaRPr lang="en-US" sz="2000"/>
        </a:p>
      </dgm:t>
    </dgm:pt>
    <dgm:pt modelId="{AFCB27DC-57FC-4F6C-B185-4CEE81CF9601}" type="sibTrans" cxnId="{A54BD6B5-DDD6-4214-878D-989FD881FB2C}">
      <dgm:prSet/>
      <dgm:spPr/>
      <dgm:t>
        <a:bodyPr/>
        <a:lstStyle/>
        <a:p>
          <a:endParaRPr lang="en-US" sz="2000"/>
        </a:p>
      </dgm:t>
    </dgm:pt>
    <dgm:pt modelId="{7C30554E-1A97-41C1-B66E-71FCCE4CAFB9}" type="pres">
      <dgm:prSet presAssocID="{986C4446-E106-4CBF-8CA5-3352E4B9F623}" presName="Name0" presStyleCnt="0">
        <dgm:presLayoutVars>
          <dgm:dir/>
          <dgm:resizeHandles val="exact"/>
        </dgm:presLayoutVars>
      </dgm:prSet>
      <dgm:spPr/>
    </dgm:pt>
    <dgm:pt modelId="{BACE510C-9460-425A-818C-DCCFFE1F1EC1}" type="pres">
      <dgm:prSet presAssocID="{9524AA72-E310-4118-99B4-84E48B84FEB2}" presName="node" presStyleLbl="node1" presStyleIdx="0" presStyleCnt="4">
        <dgm:presLayoutVars>
          <dgm:bulletEnabled val="1"/>
        </dgm:presLayoutVars>
      </dgm:prSet>
      <dgm:spPr/>
    </dgm:pt>
    <dgm:pt modelId="{24BF7C17-8A82-40DC-BB1D-B4691A7BB782}" type="pres">
      <dgm:prSet presAssocID="{CAC89050-2A64-44DF-858F-83B4EED24454}" presName="sibTrans" presStyleCnt="0"/>
      <dgm:spPr/>
    </dgm:pt>
    <dgm:pt modelId="{7CD2570B-D940-48FB-A28E-4AD3F8B86DAD}" type="pres">
      <dgm:prSet presAssocID="{4661B65A-EED7-4DC6-80FA-2A4FBD3F5454}" presName="node" presStyleLbl="node1" presStyleIdx="1" presStyleCnt="4">
        <dgm:presLayoutVars>
          <dgm:bulletEnabled val="1"/>
        </dgm:presLayoutVars>
      </dgm:prSet>
      <dgm:spPr/>
    </dgm:pt>
    <dgm:pt modelId="{16D8F7D9-9D56-4B46-8478-5FFE61F9ECCA}" type="pres">
      <dgm:prSet presAssocID="{A5D6F3CC-4ED5-432E-9BF5-3CF8F4B77968}" presName="sibTrans" presStyleCnt="0"/>
      <dgm:spPr/>
    </dgm:pt>
    <dgm:pt modelId="{8DDDB80F-B95F-405D-A393-A21E5CAD8C13}" type="pres">
      <dgm:prSet presAssocID="{9541DDAF-A7D2-42EB-9D48-5C2C7E992C6A}" presName="node" presStyleLbl="node1" presStyleIdx="2" presStyleCnt="4">
        <dgm:presLayoutVars>
          <dgm:bulletEnabled val="1"/>
        </dgm:presLayoutVars>
      </dgm:prSet>
      <dgm:spPr/>
    </dgm:pt>
    <dgm:pt modelId="{C947768C-6B8F-4BA1-A1F8-52F3E183EFD2}" type="pres">
      <dgm:prSet presAssocID="{50B575E4-86AC-4F74-A4F9-B8DAA6DACBDD}" presName="sibTrans" presStyleCnt="0"/>
      <dgm:spPr/>
    </dgm:pt>
    <dgm:pt modelId="{37842BC3-C45D-4C24-913A-A7AEA2401EB6}" type="pres">
      <dgm:prSet presAssocID="{1D532EA1-8676-4B15-895E-883064A52AFC}" presName="node" presStyleLbl="node1" presStyleIdx="3" presStyleCnt="4">
        <dgm:presLayoutVars>
          <dgm:bulletEnabled val="1"/>
        </dgm:presLayoutVars>
      </dgm:prSet>
      <dgm:spPr/>
    </dgm:pt>
  </dgm:ptLst>
  <dgm:cxnLst>
    <dgm:cxn modelId="{9EC22607-E0E4-4937-8870-84E70A0B4240}" srcId="{986C4446-E106-4CBF-8CA5-3352E4B9F623}" destId="{9524AA72-E310-4118-99B4-84E48B84FEB2}" srcOrd="0" destOrd="0" parTransId="{EEF83E23-938B-4148-9B37-AA741F1A96DF}" sibTransId="{CAC89050-2A64-44DF-858F-83B4EED24454}"/>
    <dgm:cxn modelId="{6075AB12-0505-4083-BA5F-74A7FA71FE29}" type="presOf" srcId="{9541DDAF-A7D2-42EB-9D48-5C2C7E992C6A}" destId="{8DDDB80F-B95F-405D-A393-A21E5CAD8C13}" srcOrd="0" destOrd="0" presId="urn:microsoft.com/office/officeart/2005/8/layout/hList6"/>
    <dgm:cxn modelId="{665AEC2A-0674-4B25-A3B4-DA2AECC24ED0}" srcId="{986C4446-E106-4CBF-8CA5-3352E4B9F623}" destId="{4661B65A-EED7-4DC6-80FA-2A4FBD3F5454}" srcOrd="1" destOrd="0" parTransId="{1BBD9E9F-401E-4D8E-8D5C-949EDC69873F}" sibTransId="{A5D6F3CC-4ED5-432E-9BF5-3CF8F4B77968}"/>
    <dgm:cxn modelId="{B5778C48-E053-4B7C-A669-4DEF11B925D9}" type="presOf" srcId="{986C4446-E106-4CBF-8CA5-3352E4B9F623}" destId="{7C30554E-1A97-41C1-B66E-71FCCE4CAFB9}" srcOrd="0" destOrd="0" presId="urn:microsoft.com/office/officeart/2005/8/layout/hList6"/>
    <dgm:cxn modelId="{33ED1180-206B-40A6-BD01-F2353CC833B9}" type="presOf" srcId="{9524AA72-E310-4118-99B4-84E48B84FEB2}" destId="{BACE510C-9460-425A-818C-DCCFFE1F1EC1}" srcOrd="0" destOrd="0" presId="urn:microsoft.com/office/officeart/2005/8/layout/hList6"/>
    <dgm:cxn modelId="{47C39BA7-6323-40BD-8C57-140D6A6A951A}" srcId="{986C4446-E106-4CBF-8CA5-3352E4B9F623}" destId="{9541DDAF-A7D2-42EB-9D48-5C2C7E992C6A}" srcOrd="2" destOrd="0" parTransId="{3DF06F38-4634-4E01-816C-4259701B6FD8}" sibTransId="{50B575E4-86AC-4F74-A4F9-B8DAA6DACBDD}"/>
    <dgm:cxn modelId="{A54BD6B5-DDD6-4214-878D-989FD881FB2C}" srcId="{986C4446-E106-4CBF-8CA5-3352E4B9F623}" destId="{1D532EA1-8676-4B15-895E-883064A52AFC}" srcOrd="3" destOrd="0" parTransId="{34B372B7-44F8-423B-BBF5-CBAE1C6DC8E8}" sibTransId="{AFCB27DC-57FC-4F6C-B185-4CEE81CF9601}"/>
    <dgm:cxn modelId="{373800C6-7ACF-4BD3-8FF8-F245EF260FF5}" type="presOf" srcId="{1D532EA1-8676-4B15-895E-883064A52AFC}" destId="{37842BC3-C45D-4C24-913A-A7AEA2401EB6}" srcOrd="0" destOrd="0" presId="urn:microsoft.com/office/officeart/2005/8/layout/hList6"/>
    <dgm:cxn modelId="{0E1E90F6-A872-4390-94F2-F25214B04087}" type="presOf" srcId="{4661B65A-EED7-4DC6-80FA-2A4FBD3F5454}" destId="{7CD2570B-D940-48FB-A28E-4AD3F8B86DAD}" srcOrd="0" destOrd="0" presId="urn:microsoft.com/office/officeart/2005/8/layout/hList6"/>
    <dgm:cxn modelId="{77DBB3B5-5B0F-4EF7-93F1-EE10BE1D2136}" type="presParOf" srcId="{7C30554E-1A97-41C1-B66E-71FCCE4CAFB9}" destId="{BACE510C-9460-425A-818C-DCCFFE1F1EC1}" srcOrd="0" destOrd="0" presId="urn:microsoft.com/office/officeart/2005/8/layout/hList6"/>
    <dgm:cxn modelId="{F7A22D59-F222-417E-926D-2255D66DEC9A}" type="presParOf" srcId="{7C30554E-1A97-41C1-B66E-71FCCE4CAFB9}" destId="{24BF7C17-8A82-40DC-BB1D-B4691A7BB782}" srcOrd="1" destOrd="0" presId="urn:microsoft.com/office/officeart/2005/8/layout/hList6"/>
    <dgm:cxn modelId="{B556AAE2-64E9-4A6A-A357-A46C17379526}" type="presParOf" srcId="{7C30554E-1A97-41C1-B66E-71FCCE4CAFB9}" destId="{7CD2570B-D940-48FB-A28E-4AD3F8B86DAD}" srcOrd="2" destOrd="0" presId="urn:microsoft.com/office/officeart/2005/8/layout/hList6"/>
    <dgm:cxn modelId="{20BC6B29-18CE-47AB-8707-B2CAD1612A5E}" type="presParOf" srcId="{7C30554E-1A97-41C1-B66E-71FCCE4CAFB9}" destId="{16D8F7D9-9D56-4B46-8478-5FFE61F9ECCA}" srcOrd="3" destOrd="0" presId="urn:microsoft.com/office/officeart/2005/8/layout/hList6"/>
    <dgm:cxn modelId="{C8F3A770-6A52-4610-A0C4-822B101A9E10}" type="presParOf" srcId="{7C30554E-1A97-41C1-B66E-71FCCE4CAFB9}" destId="{8DDDB80F-B95F-405D-A393-A21E5CAD8C13}" srcOrd="4" destOrd="0" presId="urn:microsoft.com/office/officeart/2005/8/layout/hList6"/>
    <dgm:cxn modelId="{1E9C287A-C9FC-4CA3-86A6-37F2C6A241A6}" type="presParOf" srcId="{7C30554E-1A97-41C1-B66E-71FCCE4CAFB9}" destId="{C947768C-6B8F-4BA1-A1F8-52F3E183EFD2}" srcOrd="5" destOrd="0" presId="urn:microsoft.com/office/officeart/2005/8/layout/hList6"/>
    <dgm:cxn modelId="{C2A35D63-01D4-4102-85A2-19640112F63D}" type="presParOf" srcId="{7C30554E-1A97-41C1-B66E-71FCCE4CAFB9}" destId="{37842BC3-C45D-4C24-913A-A7AEA2401EB6}" srcOrd="6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D936CFD-B39A-452E-8539-75A6F5B98AA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256593F-9A6D-4430-AFD2-4A5D61491D5A}">
      <dgm:prSet/>
      <dgm:spPr/>
      <dgm:t>
        <a:bodyPr/>
        <a:lstStyle/>
        <a:p>
          <a:pPr rtl="0"/>
          <a:r>
            <a:rPr lang="en-US"/>
            <a:t>Recorder </a:t>
          </a:r>
          <a:endParaRPr lang="en-IN"/>
        </a:p>
      </dgm:t>
    </dgm:pt>
    <dgm:pt modelId="{D6AE0CEF-94DF-4AB3-AEA8-86A2FE2AA2B0}" type="parTrans" cxnId="{491A2E8C-27A2-4D0D-B94E-22D0E11317D2}">
      <dgm:prSet/>
      <dgm:spPr/>
      <dgm:t>
        <a:bodyPr/>
        <a:lstStyle/>
        <a:p>
          <a:endParaRPr lang="en-US"/>
        </a:p>
      </dgm:t>
    </dgm:pt>
    <dgm:pt modelId="{E65552FE-E5C3-4C73-9D19-AC25915DB5F9}" type="sibTrans" cxnId="{491A2E8C-27A2-4D0D-B94E-22D0E11317D2}">
      <dgm:prSet/>
      <dgm:spPr/>
      <dgm:t>
        <a:bodyPr/>
        <a:lstStyle/>
        <a:p>
          <a:endParaRPr lang="en-US"/>
        </a:p>
      </dgm:t>
    </dgm:pt>
    <dgm:pt modelId="{72319E8E-41D2-4996-A458-0CEE6C1B5D04}">
      <dgm:prSet custT="1"/>
      <dgm:spPr/>
      <dgm:t>
        <a:bodyPr/>
        <a:lstStyle/>
        <a:p>
          <a:pPr rtl="0"/>
          <a:r>
            <a:rPr lang="en-US" sz="1800"/>
            <a:t>part of the development studio that developers use to configure the Robots. </a:t>
          </a:r>
          <a:endParaRPr lang="en-IN" sz="1800"/>
        </a:p>
      </dgm:t>
    </dgm:pt>
    <dgm:pt modelId="{F2393024-CB7E-47D6-81E6-B5B09664BE86}" type="parTrans" cxnId="{3B0DE47C-52EC-4429-BFF5-1BC018B9EAB7}">
      <dgm:prSet/>
      <dgm:spPr/>
      <dgm:t>
        <a:bodyPr/>
        <a:lstStyle/>
        <a:p>
          <a:endParaRPr lang="en-US"/>
        </a:p>
      </dgm:t>
    </dgm:pt>
    <dgm:pt modelId="{F2AB7776-7F9B-40FF-B24F-61B9C43EF6B5}" type="sibTrans" cxnId="{3B0DE47C-52EC-4429-BFF5-1BC018B9EAB7}">
      <dgm:prSet/>
      <dgm:spPr/>
      <dgm:t>
        <a:bodyPr/>
        <a:lstStyle/>
        <a:p>
          <a:endParaRPr lang="en-US"/>
        </a:p>
      </dgm:t>
    </dgm:pt>
    <dgm:pt modelId="{721A294A-291D-4A9A-9C65-BDBA8606AC16}">
      <dgm:prSet custT="1"/>
      <dgm:spPr/>
      <dgm:t>
        <a:bodyPr/>
        <a:lstStyle/>
        <a:p>
          <a:pPr rtl="0"/>
          <a:r>
            <a:rPr lang="en-US" sz="1800"/>
            <a:t>It is like the recorder in any Automated tools, the bot recorder in any platform, records steps. </a:t>
          </a:r>
          <a:endParaRPr lang="en-IN" sz="1800"/>
        </a:p>
      </dgm:t>
    </dgm:pt>
    <dgm:pt modelId="{9EDBA04F-1BB8-41CB-A7A4-575377BB390C}" type="parTrans" cxnId="{9E18E20D-0AE1-437B-9BEB-976322926799}">
      <dgm:prSet/>
      <dgm:spPr/>
      <dgm:t>
        <a:bodyPr/>
        <a:lstStyle/>
        <a:p>
          <a:endParaRPr lang="en-US"/>
        </a:p>
      </dgm:t>
    </dgm:pt>
    <dgm:pt modelId="{C824860E-5E6A-4ECB-8E86-3B2C3B87F89A}" type="sibTrans" cxnId="{9E18E20D-0AE1-437B-9BEB-976322926799}">
      <dgm:prSet/>
      <dgm:spPr/>
      <dgm:t>
        <a:bodyPr/>
        <a:lstStyle/>
        <a:p>
          <a:endParaRPr lang="en-US"/>
        </a:p>
      </dgm:t>
    </dgm:pt>
    <dgm:pt modelId="{3354C24F-3E91-4964-B242-B3B758D73FAA}">
      <dgm:prSet custT="1"/>
      <dgm:spPr/>
      <dgm:t>
        <a:bodyPr/>
        <a:lstStyle/>
        <a:p>
          <a:pPr rtl="0"/>
          <a:r>
            <a:rPr lang="en-US" sz="1800" dirty="0"/>
            <a:t>It records mouse and keyboard movements on the UI and this recording can be replayed to do the same steps again and again. </a:t>
          </a:r>
          <a:endParaRPr lang="en-IN" sz="1800" dirty="0"/>
        </a:p>
      </dgm:t>
    </dgm:pt>
    <dgm:pt modelId="{D3CE8538-B2AC-4863-A607-BD1AE377715C}" type="parTrans" cxnId="{80AA39A9-BFE4-41F5-88FD-6128AD5C7E19}">
      <dgm:prSet/>
      <dgm:spPr/>
      <dgm:t>
        <a:bodyPr/>
        <a:lstStyle/>
        <a:p>
          <a:endParaRPr lang="en-US"/>
        </a:p>
      </dgm:t>
    </dgm:pt>
    <dgm:pt modelId="{AB28603A-A456-4079-A621-FF69A8530EE4}" type="sibTrans" cxnId="{80AA39A9-BFE4-41F5-88FD-6128AD5C7E19}">
      <dgm:prSet/>
      <dgm:spPr/>
      <dgm:t>
        <a:bodyPr/>
        <a:lstStyle/>
        <a:p>
          <a:endParaRPr lang="en-US"/>
        </a:p>
      </dgm:t>
    </dgm:pt>
    <dgm:pt modelId="{E82F28C0-0A58-4267-89EA-B67A98D557FD}">
      <dgm:prSet custT="1"/>
      <dgm:spPr/>
      <dgm:t>
        <a:bodyPr/>
        <a:lstStyle/>
        <a:p>
          <a:pPr rtl="0"/>
          <a:r>
            <a:rPr lang="en-US" sz="1800"/>
            <a:t>This enables rapid automation</a:t>
          </a:r>
          <a:endParaRPr lang="en-IN" sz="1800"/>
        </a:p>
      </dgm:t>
    </dgm:pt>
    <dgm:pt modelId="{BDE13720-377A-4D38-9480-BA9FC3F8C3A7}" type="parTrans" cxnId="{F7E59C85-36F0-4FEA-A9A0-6A4981A5A054}">
      <dgm:prSet/>
      <dgm:spPr/>
      <dgm:t>
        <a:bodyPr/>
        <a:lstStyle/>
        <a:p>
          <a:endParaRPr lang="en-US"/>
        </a:p>
      </dgm:t>
    </dgm:pt>
    <dgm:pt modelId="{036FCF73-69A2-4737-A4E6-3AD1B0F7719F}" type="sibTrans" cxnId="{F7E59C85-36F0-4FEA-A9A0-6A4981A5A054}">
      <dgm:prSet/>
      <dgm:spPr/>
      <dgm:t>
        <a:bodyPr/>
        <a:lstStyle/>
        <a:p>
          <a:endParaRPr lang="en-US"/>
        </a:p>
      </dgm:t>
    </dgm:pt>
    <dgm:pt modelId="{F5E8917F-6470-4E1F-9FCB-6E82CCD91511}">
      <dgm:prSet/>
      <dgm:spPr/>
      <dgm:t>
        <a:bodyPr/>
        <a:lstStyle/>
        <a:p>
          <a:pPr rtl="0"/>
          <a:r>
            <a:rPr lang="en-US"/>
            <a:t>Bot runner </a:t>
          </a:r>
          <a:endParaRPr lang="en-IN"/>
        </a:p>
      </dgm:t>
    </dgm:pt>
    <dgm:pt modelId="{6B213753-B0A7-4D81-85AF-76704CEFA551}" type="parTrans" cxnId="{C88B5AAD-6659-4BCD-A66B-F81CE14103E2}">
      <dgm:prSet/>
      <dgm:spPr/>
      <dgm:t>
        <a:bodyPr/>
        <a:lstStyle/>
        <a:p>
          <a:endParaRPr lang="en-US"/>
        </a:p>
      </dgm:t>
    </dgm:pt>
    <dgm:pt modelId="{E72C3DD6-5AD8-426C-A5D4-3C8FB3BEE798}" type="sibTrans" cxnId="{C88B5AAD-6659-4BCD-A66B-F81CE14103E2}">
      <dgm:prSet/>
      <dgm:spPr/>
      <dgm:t>
        <a:bodyPr/>
        <a:lstStyle/>
        <a:p>
          <a:endParaRPr lang="en-US"/>
        </a:p>
      </dgm:t>
    </dgm:pt>
    <dgm:pt modelId="{C429A8E8-53D3-452E-9BFA-336BB1E13122}">
      <dgm:prSet custT="1"/>
      <dgm:spPr/>
      <dgm:t>
        <a:bodyPr/>
        <a:lstStyle/>
        <a:p>
          <a:pPr rtl="0"/>
          <a:r>
            <a:rPr lang="en-US" sz="1800" dirty="0"/>
            <a:t>This is also referred to as the Robot, other components make it run.</a:t>
          </a:r>
          <a:endParaRPr lang="en-IN" sz="1800" dirty="0"/>
        </a:p>
      </dgm:t>
    </dgm:pt>
    <dgm:pt modelId="{A3B7091D-AF53-44C6-97D2-93CDEB776766}" type="parTrans" cxnId="{5A21F3F5-AD35-44DB-80DB-7058C777322D}">
      <dgm:prSet/>
      <dgm:spPr/>
      <dgm:t>
        <a:bodyPr/>
        <a:lstStyle/>
        <a:p>
          <a:endParaRPr lang="en-US"/>
        </a:p>
      </dgm:t>
    </dgm:pt>
    <dgm:pt modelId="{D1764E4F-CA58-4DCC-AF23-48FB6482AA82}" type="sibTrans" cxnId="{5A21F3F5-AD35-44DB-80DB-7058C777322D}">
      <dgm:prSet/>
      <dgm:spPr/>
      <dgm:t>
        <a:bodyPr/>
        <a:lstStyle/>
        <a:p>
          <a:endParaRPr lang="en-US"/>
        </a:p>
      </dgm:t>
    </dgm:pt>
    <dgm:pt modelId="{DB165B5F-5E64-47A5-9008-0F3B30A2C283}" type="pres">
      <dgm:prSet presAssocID="{CD936CFD-B39A-452E-8539-75A6F5B98AA2}" presName="Name0" presStyleCnt="0">
        <dgm:presLayoutVars>
          <dgm:dir/>
          <dgm:animLvl val="lvl"/>
          <dgm:resizeHandles val="exact"/>
        </dgm:presLayoutVars>
      </dgm:prSet>
      <dgm:spPr/>
    </dgm:pt>
    <dgm:pt modelId="{EE6B4871-297C-4BDB-94EC-8C2EDC208CFE}" type="pres">
      <dgm:prSet presAssocID="{2256593F-9A6D-4430-AFD2-4A5D61491D5A}" presName="linNode" presStyleCnt="0"/>
      <dgm:spPr/>
    </dgm:pt>
    <dgm:pt modelId="{0EB25208-651A-4F8D-87F9-C55786F06B11}" type="pres">
      <dgm:prSet presAssocID="{2256593F-9A6D-4430-AFD2-4A5D61491D5A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69D17594-B341-4FBF-9787-E008FEE693C4}" type="pres">
      <dgm:prSet presAssocID="{2256593F-9A6D-4430-AFD2-4A5D61491D5A}" presName="descendantText" presStyleLbl="alignAccFollowNode1" presStyleIdx="0" presStyleCnt="2" custScaleY="114091">
        <dgm:presLayoutVars>
          <dgm:bulletEnabled val="1"/>
        </dgm:presLayoutVars>
      </dgm:prSet>
      <dgm:spPr/>
    </dgm:pt>
    <dgm:pt modelId="{51F2589F-5919-4B40-9447-28E3D38FB150}" type="pres">
      <dgm:prSet presAssocID="{E65552FE-E5C3-4C73-9D19-AC25915DB5F9}" presName="sp" presStyleCnt="0"/>
      <dgm:spPr/>
    </dgm:pt>
    <dgm:pt modelId="{A0BA296E-823C-42B3-8D36-DB3C6982231E}" type="pres">
      <dgm:prSet presAssocID="{F5E8917F-6470-4E1F-9FCB-6E82CCD91511}" presName="linNode" presStyleCnt="0"/>
      <dgm:spPr/>
    </dgm:pt>
    <dgm:pt modelId="{ECB0A863-64A3-4163-AD21-C32F9E16032C}" type="pres">
      <dgm:prSet presAssocID="{F5E8917F-6470-4E1F-9FCB-6E82CCD91511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A1247FF8-DF02-40BC-A223-05E6A78D6FE0}" type="pres">
      <dgm:prSet presAssocID="{F5E8917F-6470-4E1F-9FCB-6E82CCD91511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567CD904-B909-4FD7-AE36-482543212736}" type="presOf" srcId="{E82F28C0-0A58-4267-89EA-B67A98D557FD}" destId="{69D17594-B341-4FBF-9787-E008FEE693C4}" srcOrd="0" destOrd="3" presId="urn:microsoft.com/office/officeart/2005/8/layout/vList5"/>
    <dgm:cxn modelId="{190CC60C-0C20-4D51-A853-69350050DEA4}" type="presOf" srcId="{3354C24F-3E91-4964-B242-B3B758D73FAA}" destId="{69D17594-B341-4FBF-9787-E008FEE693C4}" srcOrd="0" destOrd="2" presId="urn:microsoft.com/office/officeart/2005/8/layout/vList5"/>
    <dgm:cxn modelId="{9E18E20D-0AE1-437B-9BEB-976322926799}" srcId="{2256593F-9A6D-4430-AFD2-4A5D61491D5A}" destId="{721A294A-291D-4A9A-9C65-BDBA8606AC16}" srcOrd="1" destOrd="0" parTransId="{9EDBA04F-1BB8-41CB-A7A4-575377BB390C}" sibTransId="{C824860E-5E6A-4ECB-8E86-3B2C3B87F89A}"/>
    <dgm:cxn modelId="{757A5A0F-6E71-4162-B1B2-6E04F2D77A8E}" type="presOf" srcId="{F5E8917F-6470-4E1F-9FCB-6E82CCD91511}" destId="{ECB0A863-64A3-4163-AD21-C32F9E16032C}" srcOrd="0" destOrd="0" presId="urn:microsoft.com/office/officeart/2005/8/layout/vList5"/>
    <dgm:cxn modelId="{F3A7AC27-1EB7-4F2D-A23F-CF6C997E88A9}" type="presOf" srcId="{72319E8E-41D2-4996-A458-0CEE6C1B5D04}" destId="{69D17594-B341-4FBF-9787-E008FEE693C4}" srcOrd="0" destOrd="0" presId="urn:microsoft.com/office/officeart/2005/8/layout/vList5"/>
    <dgm:cxn modelId="{1F31194D-A72F-436D-957B-3EAF70BE50AD}" type="presOf" srcId="{2256593F-9A6D-4430-AFD2-4A5D61491D5A}" destId="{0EB25208-651A-4F8D-87F9-C55786F06B11}" srcOrd="0" destOrd="0" presId="urn:microsoft.com/office/officeart/2005/8/layout/vList5"/>
    <dgm:cxn modelId="{3B0DE47C-52EC-4429-BFF5-1BC018B9EAB7}" srcId="{2256593F-9A6D-4430-AFD2-4A5D61491D5A}" destId="{72319E8E-41D2-4996-A458-0CEE6C1B5D04}" srcOrd="0" destOrd="0" parTransId="{F2393024-CB7E-47D6-81E6-B5B09664BE86}" sibTransId="{F2AB7776-7F9B-40FF-B24F-61B9C43EF6B5}"/>
    <dgm:cxn modelId="{F7E59C85-36F0-4FEA-A9A0-6A4981A5A054}" srcId="{2256593F-9A6D-4430-AFD2-4A5D61491D5A}" destId="{E82F28C0-0A58-4267-89EA-B67A98D557FD}" srcOrd="3" destOrd="0" parTransId="{BDE13720-377A-4D38-9480-BA9FC3F8C3A7}" sibTransId="{036FCF73-69A2-4737-A4E6-3AD1B0F7719F}"/>
    <dgm:cxn modelId="{491A2E8C-27A2-4D0D-B94E-22D0E11317D2}" srcId="{CD936CFD-B39A-452E-8539-75A6F5B98AA2}" destId="{2256593F-9A6D-4430-AFD2-4A5D61491D5A}" srcOrd="0" destOrd="0" parTransId="{D6AE0CEF-94DF-4AB3-AEA8-86A2FE2AA2B0}" sibTransId="{E65552FE-E5C3-4C73-9D19-AC25915DB5F9}"/>
    <dgm:cxn modelId="{45B88B95-C610-42CB-B59F-7B0DBE5EE1FC}" type="presOf" srcId="{721A294A-291D-4A9A-9C65-BDBA8606AC16}" destId="{69D17594-B341-4FBF-9787-E008FEE693C4}" srcOrd="0" destOrd="1" presId="urn:microsoft.com/office/officeart/2005/8/layout/vList5"/>
    <dgm:cxn modelId="{80AA39A9-BFE4-41F5-88FD-6128AD5C7E19}" srcId="{2256593F-9A6D-4430-AFD2-4A5D61491D5A}" destId="{3354C24F-3E91-4964-B242-B3B758D73FAA}" srcOrd="2" destOrd="0" parTransId="{D3CE8538-B2AC-4863-A607-BD1AE377715C}" sibTransId="{AB28603A-A456-4079-A621-FF69A8530EE4}"/>
    <dgm:cxn modelId="{C88B5AAD-6659-4BCD-A66B-F81CE14103E2}" srcId="{CD936CFD-B39A-452E-8539-75A6F5B98AA2}" destId="{F5E8917F-6470-4E1F-9FCB-6E82CCD91511}" srcOrd="1" destOrd="0" parTransId="{6B213753-B0A7-4D81-85AF-76704CEFA551}" sibTransId="{E72C3DD6-5AD8-426C-A5D4-3C8FB3BEE798}"/>
    <dgm:cxn modelId="{3052B4D4-49A0-4779-8C90-6A9207FCF81B}" type="presOf" srcId="{C429A8E8-53D3-452E-9BFA-336BB1E13122}" destId="{A1247FF8-DF02-40BC-A223-05E6A78D6FE0}" srcOrd="0" destOrd="0" presId="urn:microsoft.com/office/officeart/2005/8/layout/vList5"/>
    <dgm:cxn modelId="{B7F93AE7-9ACB-47DF-86A1-AAB1C03A245F}" type="presOf" srcId="{CD936CFD-B39A-452E-8539-75A6F5B98AA2}" destId="{DB165B5F-5E64-47A5-9008-0F3B30A2C283}" srcOrd="0" destOrd="0" presId="urn:microsoft.com/office/officeart/2005/8/layout/vList5"/>
    <dgm:cxn modelId="{5A21F3F5-AD35-44DB-80DB-7058C777322D}" srcId="{F5E8917F-6470-4E1F-9FCB-6E82CCD91511}" destId="{C429A8E8-53D3-452E-9BFA-336BB1E13122}" srcOrd="0" destOrd="0" parTransId="{A3B7091D-AF53-44C6-97D2-93CDEB776766}" sibTransId="{D1764E4F-CA58-4DCC-AF23-48FB6482AA82}"/>
    <dgm:cxn modelId="{3A606216-D056-427A-949A-BF155ED2EE14}" type="presParOf" srcId="{DB165B5F-5E64-47A5-9008-0F3B30A2C283}" destId="{EE6B4871-297C-4BDB-94EC-8C2EDC208CFE}" srcOrd="0" destOrd="0" presId="urn:microsoft.com/office/officeart/2005/8/layout/vList5"/>
    <dgm:cxn modelId="{A68F1024-279B-4EBC-94F5-9EC8C73FFBDE}" type="presParOf" srcId="{EE6B4871-297C-4BDB-94EC-8C2EDC208CFE}" destId="{0EB25208-651A-4F8D-87F9-C55786F06B11}" srcOrd="0" destOrd="0" presId="urn:microsoft.com/office/officeart/2005/8/layout/vList5"/>
    <dgm:cxn modelId="{1069D187-F2E0-4889-8D01-508725850EDB}" type="presParOf" srcId="{EE6B4871-297C-4BDB-94EC-8C2EDC208CFE}" destId="{69D17594-B341-4FBF-9787-E008FEE693C4}" srcOrd="1" destOrd="0" presId="urn:microsoft.com/office/officeart/2005/8/layout/vList5"/>
    <dgm:cxn modelId="{0070CB37-2478-4326-8E89-A447F5B960D7}" type="presParOf" srcId="{DB165B5F-5E64-47A5-9008-0F3B30A2C283}" destId="{51F2589F-5919-4B40-9447-28E3D38FB150}" srcOrd="1" destOrd="0" presId="urn:microsoft.com/office/officeart/2005/8/layout/vList5"/>
    <dgm:cxn modelId="{CBB0ED5B-154F-45FF-B30E-A3A85A8ADE14}" type="presParOf" srcId="{DB165B5F-5E64-47A5-9008-0F3B30A2C283}" destId="{A0BA296E-823C-42B3-8D36-DB3C6982231E}" srcOrd="2" destOrd="0" presId="urn:microsoft.com/office/officeart/2005/8/layout/vList5"/>
    <dgm:cxn modelId="{6BDD4DB4-8A95-455E-A620-950B702DAA09}" type="presParOf" srcId="{A0BA296E-823C-42B3-8D36-DB3C6982231E}" destId="{ECB0A863-64A3-4163-AD21-C32F9E16032C}" srcOrd="0" destOrd="0" presId="urn:microsoft.com/office/officeart/2005/8/layout/vList5"/>
    <dgm:cxn modelId="{0AB63CFF-A411-4F53-8E6B-76C531BB29D9}" type="presParOf" srcId="{A0BA296E-823C-42B3-8D36-DB3C6982231E}" destId="{A1247FF8-DF02-40BC-A223-05E6A78D6FE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E6B0BC26-6247-4CA6-869D-5A98396A0CD1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017E0B3-D0E0-4F5E-B278-89A1BFD8EE80}">
      <dgm:prSet/>
      <dgm:spPr/>
      <dgm:t>
        <a:bodyPr/>
        <a:lstStyle/>
        <a:p>
          <a:pPr rtl="0"/>
          <a:r>
            <a:rPr lang="en-US"/>
            <a:t>Development studio </a:t>
          </a:r>
          <a:endParaRPr lang="en-IN"/>
        </a:p>
      </dgm:t>
    </dgm:pt>
    <dgm:pt modelId="{27A2CD44-ECF1-46AA-92E4-C59275D5BCFF}" type="parTrans" cxnId="{BF4CEFFF-475B-439F-8CB7-F6F15546BD1D}">
      <dgm:prSet/>
      <dgm:spPr/>
      <dgm:t>
        <a:bodyPr/>
        <a:lstStyle/>
        <a:p>
          <a:endParaRPr lang="en-US"/>
        </a:p>
      </dgm:t>
    </dgm:pt>
    <dgm:pt modelId="{A58BEB36-DD8E-4E85-BF83-B36DDC6939D3}" type="sibTrans" cxnId="{BF4CEFFF-475B-439F-8CB7-F6F15546BD1D}">
      <dgm:prSet/>
      <dgm:spPr/>
      <dgm:t>
        <a:bodyPr/>
        <a:lstStyle/>
        <a:p>
          <a:endParaRPr lang="en-US"/>
        </a:p>
      </dgm:t>
    </dgm:pt>
    <dgm:pt modelId="{327B2E17-7EEA-45C4-A2ED-6DF8F24E3F72}">
      <dgm:prSet custT="1"/>
      <dgm:spPr/>
      <dgm:t>
        <a:bodyPr/>
        <a:lstStyle/>
        <a:p>
          <a:pPr rtl="0"/>
          <a:r>
            <a:rPr lang="en-US" sz="2000"/>
            <a:t>used by developers to create Robot configuration or train the Robots. </a:t>
          </a:r>
          <a:endParaRPr lang="en-IN" sz="2000"/>
        </a:p>
      </dgm:t>
    </dgm:pt>
    <dgm:pt modelId="{71ABBF5D-699B-4F3A-8BA8-C784AE542ACE}" type="parTrans" cxnId="{03CB8157-0D26-4020-8085-2E3819AE08E0}">
      <dgm:prSet/>
      <dgm:spPr/>
      <dgm:t>
        <a:bodyPr/>
        <a:lstStyle/>
        <a:p>
          <a:endParaRPr lang="en-US"/>
        </a:p>
      </dgm:t>
    </dgm:pt>
    <dgm:pt modelId="{BD12CD94-DB78-4178-AB28-41E5C2835584}" type="sibTrans" cxnId="{03CB8157-0D26-4020-8085-2E3819AE08E0}">
      <dgm:prSet/>
      <dgm:spPr/>
      <dgm:t>
        <a:bodyPr/>
        <a:lstStyle/>
        <a:p>
          <a:endParaRPr lang="en-US"/>
        </a:p>
      </dgm:t>
    </dgm:pt>
    <dgm:pt modelId="{F61D03C4-29B1-4F77-977B-8ED341465193}">
      <dgm:prSet custT="1"/>
      <dgm:spPr/>
      <dgm:t>
        <a:bodyPr/>
        <a:lstStyle/>
        <a:p>
          <a:pPr rtl="0"/>
          <a:r>
            <a:rPr lang="en-US" sz="2000"/>
            <a:t>a set of instructions and decision-making logic is coded for Robots to execute. </a:t>
          </a:r>
          <a:endParaRPr lang="en-IN" sz="2000"/>
        </a:p>
      </dgm:t>
    </dgm:pt>
    <dgm:pt modelId="{2EF2D670-B261-421F-B896-44D50524A561}" type="parTrans" cxnId="{CFE23BD7-C311-40D1-A5D7-B7F64B97E944}">
      <dgm:prSet/>
      <dgm:spPr/>
      <dgm:t>
        <a:bodyPr/>
        <a:lstStyle/>
        <a:p>
          <a:endParaRPr lang="en-US"/>
        </a:p>
      </dgm:t>
    </dgm:pt>
    <dgm:pt modelId="{2B9253D0-83BD-4DCC-B800-1CD841595027}" type="sibTrans" cxnId="{CFE23BD7-C311-40D1-A5D7-B7F64B97E944}">
      <dgm:prSet/>
      <dgm:spPr/>
      <dgm:t>
        <a:bodyPr/>
        <a:lstStyle/>
        <a:p>
          <a:endParaRPr lang="en-US"/>
        </a:p>
      </dgm:t>
    </dgm:pt>
    <dgm:pt modelId="{97B67631-9618-4C2E-B85E-DD0FE98F69E3}">
      <dgm:prSet custT="1"/>
      <dgm:spPr/>
      <dgm:t>
        <a:bodyPr/>
        <a:lstStyle/>
        <a:p>
          <a:pPr rtl="0"/>
          <a:r>
            <a:rPr lang="en-US" sz="2000"/>
            <a:t>Some platforms </a:t>
          </a:r>
          <a:endParaRPr lang="en-IN" sz="2000"/>
        </a:p>
      </dgm:t>
    </dgm:pt>
    <dgm:pt modelId="{EAC9DDDB-4C1F-407E-ADAA-7CC5718C11C4}" type="parTrans" cxnId="{CA106FD9-F47C-4F70-930D-5414FF0F6134}">
      <dgm:prSet/>
      <dgm:spPr/>
      <dgm:t>
        <a:bodyPr/>
        <a:lstStyle/>
        <a:p>
          <a:endParaRPr lang="en-US"/>
        </a:p>
      </dgm:t>
    </dgm:pt>
    <dgm:pt modelId="{2530C7B4-9907-41B8-94D1-57418740C637}" type="sibTrans" cxnId="{CA106FD9-F47C-4F70-930D-5414FF0F6134}">
      <dgm:prSet/>
      <dgm:spPr/>
      <dgm:t>
        <a:bodyPr/>
        <a:lstStyle/>
        <a:p>
          <a:endParaRPr lang="en-US"/>
        </a:p>
      </dgm:t>
    </dgm:pt>
    <dgm:pt modelId="{4FE24D62-B2F1-42EC-8996-882494F1DC6E}">
      <dgm:prSet custT="1"/>
      <dgm:spPr/>
      <dgm:t>
        <a:bodyPr/>
        <a:lstStyle/>
        <a:p>
          <a:pPr rtl="0"/>
          <a:r>
            <a:rPr lang="en-US" sz="2000" dirty="0"/>
            <a:t>provide flow-charting capabilities such as Visio, so it becomes very easy to plot steps in a process, </a:t>
          </a:r>
          <a:endParaRPr lang="en-IN" sz="2000" dirty="0"/>
        </a:p>
      </dgm:t>
    </dgm:pt>
    <dgm:pt modelId="{2E439D6B-A3D4-4D7C-AD09-4A323C1C3079}" type="parTrans" cxnId="{98AC80E8-1D2C-4F77-A483-02A84EFEFD6C}">
      <dgm:prSet/>
      <dgm:spPr/>
      <dgm:t>
        <a:bodyPr/>
        <a:lstStyle/>
        <a:p>
          <a:endParaRPr lang="en-US"/>
        </a:p>
      </dgm:t>
    </dgm:pt>
    <dgm:pt modelId="{A8F8C933-E1CA-491C-A395-91885D00BAD2}" type="sibTrans" cxnId="{98AC80E8-1D2C-4F77-A483-02A84EFEFD6C}">
      <dgm:prSet/>
      <dgm:spPr/>
      <dgm:t>
        <a:bodyPr/>
        <a:lstStyle/>
        <a:p>
          <a:endParaRPr lang="en-US"/>
        </a:p>
      </dgm:t>
    </dgm:pt>
    <dgm:pt modelId="{60401BEB-6556-4CFF-82D3-78A039B25FA4}">
      <dgm:prSet custT="1"/>
      <dgm:spPr/>
      <dgm:t>
        <a:bodyPr/>
        <a:lstStyle/>
        <a:p>
          <a:pPr rtl="0"/>
          <a:r>
            <a:rPr lang="en-US" sz="2000"/>
            <a:t>whereas some other platforms require coding. </a:t>
          </a:r>
          <a:endParaRPr lang="en-IN" sz="2000"/>
        </a:p>
      </dgm:t>
    </dgm:pt>
    <dgm:pt modelId="{96C23011-8D15-42CB-9922-2FCDAFB98D7F}" type="parTrans" cxnId="{BB058EED-D303-4C7A-A900-A9498EC543F9}">
      <dgm:prSet/>
      <dgm:spPr/>
      <dgm:t>
        <a:bodyPr/>
        <a:lstStyle/>
        <a:p>
          <a:endParaRPr lang="en-US"/>
        </a:p>
      </dgm:t>
    </dgm:pt>
    <dgm:pt modelId="{ECA6099F-80D3-4CAE-8791-FE46ED901BB5}" type="sibTrans" cxnId="{BB058EED-D303-4C7A-A900-A9498EC543F9}">
      <dgm:prSet/>
      <dgm:spPr/>
      <dgm:t>
        <a:bodyPr/>
        <a:lstStyle/>
        <a:p>
          <a:endParaRPr lang="en-US"/>
        </a:p>
      </dgm:t>
    </dgm:pt>
    <dgm:pt modelId="{94F11005-A661-40F7-9C8F-B31D8919B8BD}">
      <dgm:prSet custT="1"/>
      <dgm:spPr/>
      <dgm:t>
        <a:bodyPr/>
        <a:lstStyle/>
        <a:p>
          <a:pPr rtl="0"/>
          <a:r>
            <a:rPr lang="en-US" sz="2000"/>
            <a:t>For commercial development, developers need knowledge of programming </a:t>
          </a:r>
          <a:endParaRPr lang="en-IN" sz="2000"/>
        </a:p>
      </dgm:t>
    </dgm:pt>
    <dgm:pt modelId="{053D26D6-C1DC-44CA-A55E-5476F57BCB15}" type="parTrans" cxnId="{1EDE23B4-2522-4FDE-9134-F2DC4307432A}">
      <dgm:prSet/>
      <dgm:spPr/>
      <dgm:t>
        <a:bodyPr/>
        <a:lstStyle/>
        <a:p>
          <a:endParaRPr lang="en-US"/>
        </a:p>
      </dgm:t>
    </dgm:pt>
    <dgm:pt modelId="{367ECC5C-37B7-4FBE-B145-1C276E76586F}" type="sibTrans" cxnId="{1EDE23B4-2522-4FDE-9134-F2DC4307432A}">
      <dgm:prSet/>
      <dgm:spPr/>
      <dgm:t>
        <a:bodyPr/>
        <a:lstStyle/>
        <a:p>
          <a:endParaRPr lang="en-US"/>
        </a:p>
      </dgm:t>
    </dgm:pt>
    <dgm:pt modelId="{DA3E524D-BB57-4E91-95A2-E1C9FEFF6BC7}">
      <dgm:prSet custT="1"/>
      <dgm:spPr/>
      <dgm:t>
        <a:bodyPr/>
        <a:lstStyle/>
        <a:p>
          <a:pPr rtl="0"/>
          <a:r>
            <a:rPr lang="en-US" sz="2000"/>
            <a:t>for example, loops, if else, variable assignment, and so on</a:t>
          </a:r>
          <a:endParaRPr lang="en-IN" sz="2000"/>
        </a:p>
      </dgm:t>
    </dgm:pt>
    <dgm:pt modelId="{E836762A-5D78-4D61-AC88-B5B93131C026}" type="parTrans" cxnId="{E8BDA030-5CFE-4440-A9A1-3CCD1CFC1D14}">
      <dgm:prSet/>
      <dgm:spPr/>
      <dgm:t>
        <a:bodyPr/>
        <a:lstStyle/>
        <a:p>
          <a:endParaRPr lang="en-US"/>
        </a:p>
      </dgm:t>
    </dgm:pt>
    <dgm:pt modelId="{E65874E9-BB75-463C-ADD5-27F478029889}" type="sibTrans" cxnId="{E8BDA030-5CFE-4440-A9A1-3CCD1CFC1D14}">
      <dgm:prSet/>
      <dgm:spPr/>
      <dgm:t>
        <a:bodyPr/>
        <a:lstStyle/>
        <a:p>
          <a:endParaRPr lang="en-US"/>
        </a:p>
      </dgm:t>
    </dgm:pt>
    <dgm:pt modelId="{D068855D-0AD0-4FDD-9147-2F389A379E70}" type="pres">
      <dgm:prSet presAssocID="{E6B0BC26-6247-4CA6-869D-5A98396A0CD1}" presName="Name0" presStyleCnt="0">
        <dgm:presLayoutVars>
          <dgm:dir/>
          <dgm:animLvl val="lvl"/>
          <dgm:resizeHandles val="exact"/>
        </dgm:presLayoutVars>
      </dgm:prSet>
      <dgm:spPr/>
    </dgm:pt>
    <dgm:pt modelId="{095D3237-A0B8-43D8-B639-6D78A9693738}" type="pres">
      <dgm:prSet presAssocID="{3017E0B3-D0E0-4F5E-B278-89A1BFD8EE80}" presName="linNode" presStyleCnt="0"/>
      <dgm:spPr/>
    </dgm:pt>
    <dgm:pt modelId="{76F09910-1F4A-4C38-AFB8-C58914230941}" type="pres">
      <dgm:prSet presAssocID="{3017E0B3-D0E0-4F5E-B278-89A1BFD8EE80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31D1BDBE-A8AE-4F31-9BC2-3C16A1D147C6}" type="pres">
      <dgm:prSet presAssocID="{3017E0B3-D0E0-4F5E-B278-89A1BFD8EE80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02BF2421-8E53-4C3D-BA7E-F13E5B2C163A}" type="presOf" srcId="{E6B0BC26-6247-4CA6-869D-5A98396A0CD1}" destId="{D068855D-0AD0-4FDD-9147-2F389A379E70}" srcOrd="0" destOrd="0" presId="urn:microsoft.com/office/officeart/2005/8/layout/vList5"/>
    <dgm:cxn modelId="{839D8D25-BB0E-4378-A4C9-FFA75E640788}" type="presOf" srcId="{94F11005-A661-40F7-9C8F-B31D8919B8BD}" destId="{31D1BDBE-A8AE-4F31-9BC2-3C16A1D147C6}" srcOrd="0" destOrd="5" presId="urn:microsoft.com/office/officeart/2005/8/layout/vList5"/>
    <dgm:cxn modelId="{E8BDA030-5CFE-4440-A9A1-3CCD1CFC1D14}" srcId="{94F11005-A661-40F7-9C8F-B31D8919B8BD}" destId="{DA3E524D-BB57-4E91-95A2-E1C9FEFF6BC7}" srcOrd="0" destOrd="0" parTransId="{E836762A-5D78-4D61-AC88-B5B93131C026}" sibTransId="{E65874E9-BB75-463C-ADD5-27F478029889}"/>
    <dgm:cxn modelId="{EDB08343-E80C-4D55-8CE7-AE3E20500790}" type="presOf" srcId="{97B67631-9618-4C2E-B85E-DD0FE98F69E3}" destId="{31D1BDBE-A8AE-4F31-9BC2-3C16A1D147C6}" srcOrd="0" destOrd="2" presId="urn:microsoft.com/office/officeart/2005/8/layout/vList5"/>
    <dgm:cxn modelId="{40192868-C875-40C6-8527-3F79698DBBB4}" type="presOf" srcId="{4FE24D62-B2F1-42EC-8996-882494F1DC6E}" destId="{31D1BDBE-A8AE-4F31-9BC2-3C16A1D147C6}" srcOrd="0" destOrd="3" presId="urn:microsoft.com/office/officeart/2005/8/layout/vList5"/>
    <dgm:cxn modelId="{03CB8157-0D26-4020-8085-2E3819AE08E0}" srcId="{3017E0B3-D0E0-4F5E-B278-89A1BFD8EE80}" destId="{327B2E17-7EEA-45C4-A2ED-6DF8F24E3F72}" srcOrd="0" destOrd="0" parTransId="{71ABBF5D-699B-4F3A-8BA8-C784AE542ACE}" sibTransId="{BD12CD94-DB78-4178-AB28-41E5C2835584}"/>
    <dgm:cxn modelId="{12D63859-DDDB-43BA-9F20-C095CE88840D}" type="presOf" srcId="{3017E0B3-D0E0-4F5E-B278-89A1BFD8EE80}" destId="{76F09910-1F4A-4C38-AFB8-C58914230941}" srcOrd="0" destOrd="0" presId="urn:microsoft.com/office/officeart/2005/8/layout/vList5"/>
    <dgm:cxn modelId="{3C038C9F-5E4D-4E01-8376-E267A7AE35D8}" type="presOf" srcId="{327B2E17-7EEA-45C4-A2ED-6DF8F24E3F72}" destId="{31D1BDBE-A8AE-4F31-9BC2-3C16A1D147C6}" srcOrd="0" destOrd="0" presId="urn:microsoft.com/office/officeart/2005/8/layout/vList5"/>
    <dgm:cxn modelId="{1EDE23B4-2522-4FDE-9134-F2DC4307432A}" srcId="{3017E0B3-D0E0-4F5E-B278-89A1BFD8EE80}" destId="{94F11005-A661-40F7-9C8F-B31D8919B8BD}" srcOrd="3" destOrd="0" parTransId="{053D26D6-C1DC-44CA-A55E-5476F57BCB15}" sibTransId="{367ECC5C-37B7-4FBE-B145-1C276E76586F}"/>
    <dgm:cxn modelId="{30F516BA-A43C-4D3C-B9C0-89024F8BD526}" type="presOf" srcId="{DA3E524D-BB57-4E91-95A2-E1C9FEFF6BC7}" destId="{31D1BDBE-A8AE-4F31-9BC2-3C16A1D147C6}" srcOrd="0" destOrd="6" presId="urn:microsoft.com/office/officeart/2005/8/layout/vList5"/>
    <dgm:cxn modelId="{4BAAF7D2-7E12-4EC5-8AE0-78261460BF9E}" type="presOf" srcId="{60401BEB-6556-4CFF-82D3-78A039B25FA4}" destId="{31D1BDBE-A8AE-4F31-9BC2-3C16A1D147C6}" srcOrd="0" destOrd="4" presId="urn:microsoft.com/office/officeart/2005/8/layout/vList5"/>
    <dgm:cxn modelId="{CFE23BD7-C311-40D1-A5D7-B7F64B97E944}" srcId="{3017E0B3-D0E0-4F5E-B278-89A1BFD8EE80}" destId="{F61D03C4-29B1-4F77-977B-8ED341465193}" srcOrd="1" destOrd="0" parTransId="{2EF2D670-B261-421F-B896-44D50524A561}" sibTransId="{2B9253D0-83BD-4DCC-B800-1CD841595027}"/>
    <dgm:cxn modelId="{CA106FD9-F47C-4F70-930D-5414FF0F6134}" srcId="{3017E0B3-D0E0-4F5E-B278-89A1BFD8EE80}" destId="{97B67631-9618-4C2E-B85E-DD0FE98F69E3}" srcOrd="2" destOrd="0" parTransId="{EAC9DDDB-4C1F-407E-ADAA-7CC5718C11C4}" sibTransId="{2530C7B4-9907-41B8-94D1-57418740C637}"/>
    <dgm:cxn modelId="{98AC80E8-1D2C-4F77-A483-02A84EFEFD6C}" srcId="{97B67631-9618-4C2E-B85E-DD0FE98F69E3}" destId="{4FE24D62-B2F1-42EC-8996-882494F1DC6E}" srcOrd="0" destOrd="0" parTransId="{2E439D6B-A3D4-4D7C-AD09-4A323C1C3079}" sibTransId="{A8F8C933-E1CA-491C-A395-91885D00BAD2}"/>
    <dgm:cxn modelId="{BB058EED-D303-4C7A-A900-A9498EC543F9}" srcId="{97B67631-9618-4C2E-B85E-DD0FE98F69E3}" destId="{60401BEB-6556-4CFF-82D3-78A039B25FA4}" srcOrd="1" destOrd="0" parTransId="{96C23011-8D15-42CB-9922-2FCDAFB98D7F}" sibTransId="{ECA6099F-80D3-4CAE-8791-FE46ED901BB5}"/>
    <dgm:cxn modelId="{3CE50EEE-0CD1-4B64-927C-549A17076FBB}" type="presOf" srcId="{F61D03C4-29B1-4F77-977B-8ED341465193}" destId="{31D1BDBE-A8AE-4F31-9BC2-3C16A1D147C6}" srcOrd="0" destOrd="1" presId="urn:microsoft.com/office/officeart/2005/8/layout/vList5"/>
    <dgm:cxn modelId="{BF4CEFFF-475B-439F-8CB7-F6F15546BD1D}" srcId="{E6B0BC26-6247-4CA6-869D-5A98396A0CD1}" destId="{3017E0B3-D0E0-4F5E-B278-89A1BFD8EE80}" srcOrd="0" destOrd="0" parTransId="{27A2CD44-ECF1-46AA-92E4-C59275D5BCFF}" sibTransId="{A58BEB36-DD8E-4E85-BF83-B36DDC6939D3}"/>
    <dgm:cxn modelId="{7848AE8B-3FB7-48FE-85FF-05C06F5FA240}" type="presParOf" srcId="{D068855D-0AD0-4FDD-9147-2F389A379E70}" destId="{095D3237-A0B8-43D8-B639-6D78A9693738}" srcOrd="0" destOrd="0" presId="urn:microsoft.com/office/officeart/2005/8/layout/vList5"/>
    <dgm:cxn modelId="{CE882FFC-8270-40E3-AE25-94965E93EBFA}" type="presParOf" srcId="{095D3237-A0B8-43D8-B639-6D78A9693738}" destId="{76F09910-1F4A-4C38-AFB8-C58914230941}" srcOrd="0" destOrd="0" presId="urn:microsoft.com/office/officeart/2005/8/layout/vList5"/>
    <dgm:cxn modelId="{EF1BEFF0-B9BC-4FF3-B950-D8176B82A695}" type="presParOf" srcId="{095D3237-A0B8-43D8-B639-6D78A9693738}" destId="{31D1BDBE-A8AE-4F31-9BC2-3C16A1D147C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9630734-BEF9-481B-B1F2-FB698F07C5CB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1F0704-5F3E-4060-BDE2-D378EFAFF1C4}">
      <dgm:prSet/>
      <dgm:spPr/>
      <dgm:t>
        <a:bodyPr/>
        <a:lstStyle/>
        <a:p>
          <a:pPr rtl="0"/>
          <a:r>
            <a:rPr lang="en-US"/>
            <a:t>Extensions and plugins </a:t>
          </a:r>
          <a:endParaRPr lang="en-IN"/>
        </a:p>
      </dgm:t>
    </dgm:pt>
    <dgm:pt modelId="{667551F6-071A-42DA-BC11-5E2CEA8049CE}" type="parTrans" cxnId="{615E26E1-48D9-4B83-8528-C9D720DBAE62}">
      <dgm:prSet/>
      <dgm:spPr/>
      <dgm:t>
        <a:bodyPr/>
        <a:lstStyle/>
        <a:p>
          <a:endParaRPr lang="en-US"/>
        </a:p>
      </dgm:t>
    </dgm:pt>
    <dgm:pt modelId="{816D18C7-8D42-4986-B4AA-F050313666B3}" type="sibTrans" cxnId="{615E26E1-48D9-4B83-8528-C9D720DBAE62}">
      <dgm:prSet/>
      <dgm:spPr/>
      <dgm:t>
        <a:bodyPr/>
        <a:lstStyle/>
        <a:p>
          <a:endParaRPr lang="en-US"/>
        </a:p>
      </dgm:t>
    </dgm:pt>
    <dgm:pt modelId="{24D2982C-8347-4B9E-977D-35C5373536D8}">
      <dgm:prSet custT="1"/>
      <dgm:spPr/>
      <dgm:t>
        <a:bodyPr/>
        <a:lstStyle/>
        <a:p>
          <a:pPr rtl="0"/>
          <a:r>
            <a:rPr lang="en-US" sz="1800"/>
            <a:t>To ease the development and running of bots. </a:t>
          </a:r>
          <a:endParaRPr lang="en-IN" sz="1800"/>
        </a:p>
      </dgm:t>
    </dgm:pt>
    <dgm:pt modelId="{9B3BA369-4FA2-4825-941D-124842464BAE}" type="parTrans" cxnId="{FBDCD64B-4E88-40F3-AF3F-79BCCC7A03FC}">
      <dgm:prSet/>
      <dgm:spPr/>
      <dgm:t>
        <a:bodyPr/>
        <a:lstStyle/>
        <a:p>
          <a:endParaRPr lang="en-US"/>
        </a:p>
      </dgm:t>
    </dgm:pt>
    <dgm:pt modelId="{99B71B93-6BBF-4C86-B45C-45AB0EBAE66B}" type="sibTrans" cxnId="{FBDCD64B-4E88-40F3-AF3F-79BCCC7A03FC}">
      <dgm:prSet/>
      <dgm:spPr/>
      <dgm:t>
        <a:bodyPr/>
        <a:lstStyle/>
        <a:p>
          <a:endParaRPr lang="en-US"/>
        </a:p>
      </dgm:t>
    </dgm:pt>
    <dgm:pt modelId="{4CE943FE-C209-4546-8AF4-631DB1B592FE}">
      <dgm:prSet custT="1"/>
      <dgm:spPr/>
      <dgm:t>
        <a:bodyPr/>
        <a:lstStyle/>
        <a:p>
          <a:pPr rtl="0"/>
          <a:r>
            <a:rPr lang="en-US" sz="1800"/>
            <a:t>In many applications, such as Java SAP, it is not easy to individually identify controls of the UI through traditional techniques. </a:t>
          </a:r>
          <a:endParaRPr lang="en-IN" sz="1800"/>
        </a:p>
      </dgm:t>
    </dgm:pt>
    <dgm:pt modelId="{53E67113-02FA-4B91-8159-FBF29742622E}" type="parTrans" cxnId="{4799AC2A-82EC-4C82-B3E8-E00FDABA6D9C}">
      <dgm:prSet/>
      <dgm:spPr/>
      <dgm:t>
        <a:bodyPr/>
        <a:lstStyle/>
        <a:p>
          <a:endParaRPr lang="en-US"/>
        </a:p>
      </dgm:t>
    </dgm:pt>
    <dgm:pt modelId="{6A47241B-D81D-4C13-8107-6DC73058985B}" type="sibTrans" cxnId="{4799AC2A-82EC-4C82-B3E8-E00FDABA6D9C}">
      <dgm:prSet/>
      <dgm:spPr/>
      <dgm:t>
        <a:bodyPr/>
        <a:lstStyle/>
        <a:p>
          <a:endParaRPr lang="en-US"/>
        </a:p>
      </dgm:t>
    </dgm:pt>
    <dgm:pt modelId="{4324D4C7-9028-4194-8066-B1A54E70A90B}">
      <dgm:prSet custT="1"/>
      <dgm:spPr/>
      <dgm:t>
        <a:bodyPr/>
        <a:lstStyle/>
        <a:p>
          <a:pPr rtl="0"/>
          <a:r>
            <a:rPr lang="en-US" sz="1800"/>
            <a:t>RPA vendors have developed plugins and extensions to help with these issues</a:t>
          </a:r>
          <a:endParaRPr lang="en-IN" sz="1800"/>
        </a:p>
      </dgm:t>
    </dgm:pt>
    <dgm:pt modelId="{1F9A0F0B-29C3-4EB5-9778-18D00D297941}" type="parTrans" cxnId="{395194E2-13D6-4F5A-B4A9-F33FA42522BC}">
      <dgm:prSet/>
      <dgm:spPr/>
      <dgm:t>
        <a:bodyPr/>
        <a:lstStyle/>
        <a:p>
          <a:endParaRPr lang="en-US"/>
        </a:p>
      </dgm:t>
    </dgm:pt>
    <dgm:pt modelId="{56D38A2B-609A-4CC5-B13E-F86033ABF75B}" type="sibTrans" cxnId="{395194E2-13D6-4F5A-B4A9-F33FA42522BC}">
      <dgm:prSet/>
      <dgm:spPr/>
      <dgm:t>
        <a:bodyPr/>
        <a:lstStyle/>
        <a:p>
          <a:endParaRPr lang="en-US"/>
        </a:p>
      </dgm:t>
    </dgm:pt>
    <dgm:pt modelId="{49950A5D-C8B1-47D3-9E5D-2054E7D9DA09}">
      <dgm:prSet/>
      <dgm:spPr/>
      <dgm:t>
        <a:bodyPr/>
        <a:lstStyle/>
        <a:p>
          <a:pPr rtl="0"/>
          <a:r>
            <a:rPr lang="en-US"/>
            <a:t>Control center</a:t>
          </a:r>
          <a:endParaRPr lang="en-IN"/>
        </a:p>
      </dgm:t>
    </dgm:pt>
    <dgm:pt modelId="{CFCEB819-6DCC-4987-9CAB-B5136AB6609D}" type="parTrans" cxnId="{C84BBFF8-AF6F-4D94-A0CD-1F1962E78428}">
      <dgm:prSet/>
      <dgm:spPr/>
      <dgm:t>
        <a:bodyPr/>
        <a:lstStyle/>
        <a:p>
          <a:endParaRPr lang="en-US"/>
        </a:p>
      </dgm:t>
    </dgm:pt>
    <dgm:pt modelId="{5BE6AD0F-B275-40D3-9FDC-647E1D1FF36D}" type="sibTrans" cxnId="{C84BBFF8-AF6F-4D94-A0CD-1F1962E78428}">
      <dgm:prSet/>
      <dgm:spPr/>
      <dgm:t>
        <a:bodyPr/>
        <a:lstStyle/>
        <a:p>
          <a:endParaRPr lang="en-US"/>
        </a:p>
      </dgm:t>
    </dgm:pt>
    <dgm:pt modelId="{A6E8F63B-826D-4178-9EED-1508E9299225}">
      <dgm:prSet custT="1"/>
      <dgm:spPr/>
      <dgm:t>
        <a:bodyPr/>
        <a:lstStyle/>
        <a:p>
          <a:pPr rtl="0"/>
          <a:r>
            <a:rPr lang="en-US" sz="1800" dirty="0"/>
            <a:t>to provide Robot management capabilities. </a:t>
          </a:r>
          <a:endParaRPr lang="en-IN" sz="1800" dirty="0"/>
        </a:p>
      </dgm:t>
    </dgm:pt>
    <dgm:pt modelId="{DA07EF33-D0F4-4587-A26E-53FAEA7DE79F}" type="parTrans" cxnId="{E28F5B91-6B60-439E-B17F-EF9CAD189802}">
      <dgm:prSet/>
      <dgm:spPr/>
      <dgm:t>
        <a:bodyPr/>
        <a:lstStyle/>
        <a:p>
          <a:endParaRPr lang="en-US"/>
        </a:p>
      </dgm:t>
    </dgm:pt>
    <dgm:pt modelId="{8262847A-7999-4F08-860B-C324753AA531}" type="sibTrans" cxnId="{E28F5B91-6B60-439E-B17F-EF9CAD189802}">
      <dgm:prSet/>
      <dgm:spPr/>
      <dgm:t>
        <a:bodyPr/>
        <a:lstStyle/>
        <a:p>
          <a:endParaRPr lang="en-US"/>
        </a:p>
      </dgm:t>
    </dgm:pt>
    <dgm:pt modelId="{022D7822-D66C-46A1-A58A-3B2E09C60C73}">
      <dgm:prSet custT="1"/>
      <dgm:spPr/>
      <dgm:t>
        <a:bodyPr/>
        <a:lstStyle/>
        <a:p>
          <a:pPr rtl="0"/>
          <a:r>
            <a:rPr lang="en-US" sz="1800"/>
            <a:t>It monitors and controls a Robot's operation in a network. </a:t>
          </a:r>
          <a:endParaRPr lang="en-IN" sz="1800"/>
        </a:p>
      </dgm:t>
    </dgm:pt>
    <dgm:pt modelId="{25086911-DDBA-44D1-AB59-D5042483956C}" type="parTrans" cxnId="{FE62B1B4-A101-4862-8F9B-01F6530492F0}">
      <dgm:prSet/>
      <dgm:spPr/>
      <dgm:t>
        <a:bodyPr/>
        <a:lstStyle/>
        <a:p>
          <a:endParaRPr lang="en-US"/>
        </a:p>
      </dgm:t>
    </dgm:pt>
    <dgm:pt modelId="{6A5D749D-E553-40F1-8307-D4FCFF3A593C}" type="sibTrans" cxnId="{FE62B1B4-A101-4862-8F9B-01F6530492F0}">
      <dgm:prSet/>
      <dgm:spPr/>
      <dgm:t>
        <a:bodyPr/>
        <a:lstStyle/>
        <a:p>
          <a:endParaRPr lang="en-US"/>
        </a:p>
      </dgm:t>
    </dgm:pt>
    <dgm:pt modelId="{D49FCE29-C8D5-413A-9332-84C482EEC85C}">
      <dgm:prSet custT="1"/>
      <dgm:spPr/>
      <dgm:t>
        <a:bodyPr/>
        <a:lstStyle/>
        <a:p>
          <a:pPr rtl="0"/>
          <a:r>
            <a:rPr lang="en-US" sz="1800"/>
            <a:t>to start/stop Robots, </a:t>
          </a:r>
          <a:endParaRPr lang="en-IN" sz="1800"/>
        </a:p>
      </dgm:t>
    </dgm:pt>
    <dgm:pt modelId="{A8BA7F08-1949-4587-B118-C3AB24F6FF23}" type="parTrans" cxnId="{C9DB0CC3-2F29-45A7-88A5-03A2F56D983C}">
      <dgm:prSet/>
      <dgm:spPr/>
      <dgm:t>
        <a:bodyPr/>
        <a:lstStyle/>
        <a:p>
          <a:endParaRPr lang="en-US"/>
        </a:p>
      </dgm:t>
    </dgm:pt>
    <dgm:pt modelId="{A5A61147-BFAE-4AE0-8E00-E60ECE48B97E}" type="sibTrans" cxnId="{C9DB0CC3-2F29-45A7-88A5-03A2F56D983C}">
      <dgm:prSet/>
      <dgm:spPr/>
      <dgm:t>
        <a:bodyPr/>
        <a:lstStyle/>
        <a:p>
          <a:endParaRPr lang="en-US"/>
        </a:p>
      </dgm:t>
    </dgm:pt>
    <dgm:pt modelId="{A18CA70F-70DF-48C8-8216-3BF024ECB858}">
      <dgm:prSet custT="1"/>
      <dgm:spPr/>
      <dgm:t>
        <a:bodyPr/>
        <a:lstStyle/>
        <a:p>
          <a:pPr rtl="0"/>
          <a:r>
            <a:rPr lang="en-US" sz="1800"/>
            <a:t>make schedules for them, </a:t>
          </a:r>
          <a:endParaRPr lang="en-IN" sz="1800"/>
        </a:p>
      </dgm:t>
    </dgm:pt>
    <dgm:pt modelId="{A1FD701F-0EA3-4998-9523-D15151CFC50D}" type="parTrans" cxnId="{D63BAF6B-B436-4EFA-9678-AC4494F01B3D}">
      <dgm:prSet/>
      <dgm:spPr/>
      <dgm:t>
        <a:bodyPr/>
        <a:lstStyle/>
        <a:p>
          <a:endParaRPr lang="en-US"/>
        </a:p>
      </dgm:t>
    </dgm:pt>
    <dgm:pt modelId="{5CDB2CC7-671D-4674-B7F1-7FDFE072CEF5}" type="sibTrans" cxnId="{D63BAF6B-B436-4EFA-9678-AC4494F01B3D}">
      <dgm:prSet/>
      <dgm:spPr/>
      <dgm:t>
        <a:bodyPr/>
        <a:lstStyle/>
        <a:p>
          <a:endParaRPr lang="en-US"/>
        </a:p>
      </dgm:t>
    </dgm:pt>
    <dgm:pt modelId="{660508BC-6FA4-459F-894C-51A43D9B399F}">
      <dgm:prSet custT="1"/>
      <dgm:spPr/>
      <dgm:t>
        <a:bodyPr/>
        <a:lstStyle/>
        <a:p>
          <a:pPr rtl="0"/>
          <a:r>
            <a:rPr lang="en-US" sz="1800"/>
            <a:t>maintain and publish code, </a:t>
          </a:r>
          <a:endParaRPr lang="en-IN" sz="1800"/>
        </a:p>
      </dgm:t>
    </dgm:pt>
    <dgm:pt modelId="{A681D560-02FF-48F6-8CE4-6EB54829096D}" type="parTrans" cxnId="{C5493A86-6A8D-40FD-8926-77747BE3D92D}">
      <dgm:prSet/>
      <dgm:spPr/>
      <dgm:t>
        <a:bodyPr/>
        <a:lstStyle/>
        <a:p>
          <a:endParaRPr lang="en-US"/>
        </a:p>
      </dgm:t>
    </dgm:pt>
    <dgm:pt modelId="{DDA066E4-7AC2-4298-8DF3-E46537F67299}" type="sibTrans" cxnId="{C5493A86-6A8D-40FD-8926-77747BE3D92D}">
      <dgm:prSet/>
      <dgm:spPr/>
      <dgm:t>
        <a:bodyPr/>
        <a:lstStyle/>
        <a:p>
          <a:endParaRPr lang="en-US"/>
        </a:p>
      </dgm:t>
    </dgm:pt>
    <dgm:pt modelId="{C7102257-4122-46AD-BACA-B33C2803EA83}">
      <dgm:prSet custT="1"/>
      <dgm:spPr/>
      <dgm:t>
        <a:bodyPr/>
        <a:lstStyle/>
        <a:p>
          <a:pPr rtl="0"/>
          <a:r>
            <a:rPr lang="en-US" sz="1800"/>
            <a:t>redeploy Robots to different tasks, and </a:t>
          </a:r>
          <a:endParaRPr lang="en-IN" sz="1800"/>
        </a:p>
      </dgm:t>
    </dgm:pt>
    <dgm:pt modelId="{A1029CEA-BEA0-490B-A87E-20A9DA651A84}" type="parTrans" cxnId="{1217DC90-9EDB-4FF9-B3C8-5E4A6CAD205A}">
      <dgm:prSet/>
      <dgm:spPr/>
      <dgm:t>
        <a:bodyPr/>
        <a:lstStyle/>
        <a:p>
          <a:endParaRPr lang="en-US"/>
        </a:p>
      </dgm:t>
    </dgm:pt>
    <dgm:pt modelId="{AAE8932C-96B9-4FEC-A3BE-C9A4BF0C4A3B}" type="sibTrans" cxnId="{1217DC90-9EDB-4FF9-B3C8-5E4A6CAD205A}">
      <dgm:prSet/>
      <dgm:spPr/>
      <dgm:t>
        <a:bodyPr/>
        <a:lstStyle/>
        <a:p>
          <a:endParaRPr lang="en-US"/>
        </a:p>
      </dgm:t>
    </dgm:pt>
    <dgm:pt modelId="{84BAAFD7-113B-402A-ABBC-826378024BEF}">
      <dgm:prSet custT="1"/>
      <dgm:spPr/>
      <dgm:t>
        <a:bodyPr/>
        <a:lstStyle/>
        <a:p>
          <a:pPr rtl="0"/>
          <a:r>
            <a:rPr lang="en-US" sz="1800"/>
            <a:t>manage licenses and credentials</a:t>
          </a:r>
          <a:endParaRPr lang="en-IN" sz="1800"/>
        </a:p>
      </dgm:t>
    </dgm:pt>
    <dgm:pt modelId="{0B157325-5668-40FB-9F51-48C0DEBDEF73}" type="parTrans" cxnId="{4E7AD147-CC28-44CC-9B1A-6DAD1C239815}">
      <dgm:prSet/>
      <dgm:spPr/>
      <dgm:t>
        <a:bodyPr/>
        <a:lstStyle/>
        <a:p>
          <a:endParaRPr lang="en-US"/>
        </a:p>
      </dgm:t>
    </dgm:pt>
    <dgm:pt modelId="{512E154A-F77F-4EF1-899D-E241573152E8}" type="sibTrans" cxnId="{4E7AD147-CC28-44CC-9B1A-6DAD1C239815}">
      <dgm:prSet/>
      <dgm:spPr/>
      <dgm:t>
        <a:bodyPr/>
        <a:lstStyle/>
        <a:p>
          <a:endParaRPr lang="en-US"/>
        </a:p>
      </dgm:t>
    </dgm:pt>
    <dgm:pt modelId="{DDDAEDDF-9BDD-4973-B282-ECCE8F3FB1AE}" type="pres">
      <dgm:prSet presAssocID="{F9630734-BEF9-481B-B1F2-FB698F07C5CB}" presName="Name0" presStyleCnt="0">
        <dgm:presLayoutVars>
          <dgm:dir/>
          <dgm:animLvl val="lvl"/>
          <dgm:resizeHandles val="exact"/>
        </dgm:presLayoutVars>
      </dgm:prSet>
      <dgm:spPr/>
    </dgm:pt>
    <dgm:pt modelId="{E600D26B-7340-47F0-AC93-0D91C4D62D1D}" type="pres">
      <dgm:prSet presAssocID="{F41F0704-5F3E-4060-BDE2-D378EFAFF1C4}" presName="linNode" presStyleCnt="0"/>
      <dgm:spPr/>
    </dgm:pt>
    <dgm:pt modelId="{A2DE1C8D-A07F-4090-BDAF-B634E833FF1F}" type="pres">
      <dgm:prSet presAssocID="{F41F0704-5F3E-4060-BDE2-D378EFAFF1C4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A23094BB-BAB3-4D42-8BCC-9A50A8DA8B42}" type="pres">
      <dgm:prSet presAssocID="{F41F0704-5F3E-4060-BDE2-D378EFAFF1C4}" presName="descendantText" presStyleLbl="alignAccFollowNode1" presStyleIdx="0" presStyleCnt="2">
        <dgm:presLayoutVars>
          <dgm:bulletEnabled val="1"/>
        </dgm:presLayoutVars>
      </dgm:prSet>
      <dgm:spPr/>
    </dgm:pt>
    <dgm:pt modelId="{8B663EC5-9707-4EF8-BA8A-38215C82F6D7}" type="pres">
      <dgm:prSet presAssocID="{816D18C7-8D42-4986-B4AA-F050313666B3}" presName="sp" presStyleCnt="0"/>
      <dgm:spPr/>
    </dgm:pt>
    <dgm:pt modelId="{AEB37F00-80FB-4071-9884-D1BFA7967DAB}" type="pres">
      <dgm:prSet presAssocID="{49950A5D-C8B1-47D3-9E5D-2054E7D9DA09}" presName="linNode" presStyleCnt="0"/>
      <dgm:spPr/>
    </dgm:pt>
    <dgm:pt modelId="{2E0B5AE3-366B-4AF1-9F17-ADBD794FD7BF}" type="pres">
      <dgm:prSet presAssocID="{49950A5D-C8B1-47D3-9E5D-2054E7D9DA09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56ED14B0-721E-43C6-8845-2E9D5CD2B1BA}" type="pres">
      <dgm:prSet presAssocID="{49950A5D-C8B1-47D3-9E5D-2054E7D9DA09}" presName="descendantText" presStyleLbl="alignAccFollowNode1" presStyleIdx="1" presStyleCnt="2" custScaleY="118990">
        <dgm:presLayoutVars>
          <dgm:bulletEnabled val="1"/>
        </dgm:presLayoutVars>
      </dgm:prSet>
      <dgm:spPr/>
    </dgm:pt>
  </dgm:ptLst>
  <dgm:cxnLst>
    <dgm:cxn modelId="{160A5109-E736-421A-9E84-7ABCF0DDD519}" type="presOf" srcId="{84BAAFD7-113B-402A-ABBC-826378024BEF}" destId="{56ED14B0-721E-43C6-8845-2E9D5CD2B1BA}" srcOrd="0" destOrd="6" presId="urn:microsoft.com/office/officeart/2005/8/layout/vList5"/>
    <dgm:cxn modelId="{E450BD29-26FD-45C4-B4BD-EC8E194BCDE2}" type="presOf" srcId="{022D7822-D66C-46A1-A58A-3B2E09C60C73}" destId="{56ED14B0-721E-43C6-8845-2E9D5CD2B1BA}" srcOrd="0" destOrd="1" presId="urn:microsoft.com/office/officeart/2005/8/layout/vList5"/>
    <dgm:cxn modelId="{8ED26D2A-0232-43E4-B565-FA2567D800D9}" type="presOf" srcId="{24D2982C-8347-4B9E-977D-35C5373536D8}" destId="{A23094BB-BAB3-4D42-8BCC-9A50A8DA8B42}" srcOrd="0" destOrd="0" presId="urn:microsoft.com/office/officeart/2005/8/layout/vList5"/>
    <dgm:cxn modelId="{4799AC2A-82EC-4C82-B3E8-E00FDABA6D9C}" srcId="{F41F0704-5F3E-4060-BDE2-D378EFAFF1C4}" destId="{4CE943FE-C209-4546-8AF4-631DB1B592FE}" srcOrd="1" destOrd="0" parTransId="{53E67113-02FA-4B91-8159-FBF29742622E}" sibTransId="{6A47241B-D81D-4C13-8107-6DC73058985B}"/>
    <dgm:cxn modelId="{4A973632-328E-4C29-AAE0-7C4824709A99}" type="presOf" srcId="{4324D4C7-9028-4194-8066-B1A54E70A90B}" destId="{A23094BB-BAB3-4D42-8BCC-9A50A8DA8B42}" srcOrd="0" destOrd="2" presId="urn:microsoft.com/office/officeart/2005/8/layout/vList5"/>
    <dgm:cxn modelId="{6B3F1A47-7CA3-41DF-B24F-DEB1D98019D2}" type="presOf" srcId="{F9630734-BEF9-481B-B1F2-FB698F07C5CB}" destId="{DDDAEDDF-9BDD-4973-B282-ECCE8F3FB1AE}" srcOrd="0" destOrd="0" presId="urn:microsoft.com/office/officeart/2005/8/layout/vList5"/>
    <dgm:cxn modelId="{4E7AD147-CC28-44CC-9B1A-6DAD1C239815}" srcId="{49950A5D-C8B1-47D3-9E5D-2054E7D9DA09}" destId="{84BAAFD7-113B-402A-ABBC-826378024BEF}" srcOrd="5" destOrd="0" parTransId="{0B157325-5668-40FB-9F51-48C0DEBDEF73}" sibTransId="{512E154A-F77F-4EF1-899D-E241573152E8}"/>
    <dgm:cxn modelId="{E74BD048-E105-4050-879C-875E6F670E57}" type="presOf" srcId="{F41F0704-5F3E-4060-BDE2-D378EFAFF1C4}" destId="{A2DE1C8D-A07F-4090-BDAF-B634E833FF1F}" srcOrd="0" destOrd="0" presId="urn:microsoft.com/office/officeart/2005/8/layout/vList5"/>
    <dgm:cxn modelId="{D63BAF6B-B436-4EFA-9678-AC4494F01B3D}" srcId="{49950A5D-C8B1-47D3-9E5D-2054E7D9DA09}" destId="{A18CA70F-70DF-48C8-8216-3BF024ECB858}" srcOrd="2" destOrd="0" parTransId="{A1FD701F-0EA3-4998-9523-D15151CFC50D}" sibTransId="{5CDB2CC7-671D-4674-B7F1-7FDFE072CEF5}"/>
    <dgm:cxn modelId="{FBDCD64B-4E88-40F3-AF3F-79BCCC7A03FC}" srcId="{F41F0704-5F3E-4060-BDE2-D378EFAFF1C4}" destId="{24D2982C-8347-4B9E-977D-35C5373536D8}" srcOrd="0" destOrd="0" parTransId="{9B3BA369-4FA2-4825-941D-124842464BAE}" sibTransId="{99B71B93-6BBF-4C86-B45C-45AB0EBAE66B}"/>
    <dgm:cxn modelId="{DB83AC78-67C2-40BB-922E-DDCC090A4D9E}" type="presOf" srcId="{D49FCE29-C8D5-413A-9332-84C482EEC85C}" destId="{56ED14B0-721E-43C6-8845-2E9D5CD2B1BA}" srcOrd="0" destOrd="2" presId="urn:microsoft.com/office/officeart/2005/8/layout/vList5"/>
    <dgm:cxn modelId="{C5493A86-6A8D-40FD-8926-77747BE3D92D}" srcId="{49950A5D-C8B1-47D3-9E5D-2054E7D9DA09}" destId="{660508BC-6FA4-459F-894C-51A43D9B399F}" srcOrd="3" destOrd="0" parTransId="{A681D560-02FF-48F6-8CE4-6EB54829096D}" sibTransId="{DDA066E4-7AC2-4298-8DF3-E46537F67299}"/>
    <dgm:cxn modelId="{92B7B089-0B3B-48FA-A6EC-3F3DBBE37D0B}" type="presOf" srcId="{A18CA70F-70DF-48C8-8216-3BF024ECB858}" destId="{56ED14B0-721E-43C6-8845-2E9D5CD2B1BA}" srcOrd="0" destOrd="3" presId="urn:microsoft.com/office/officeart/2005/8/layout/vList5"/>
    <dgm:cxn modelId="{6F66DE8E-6824-450F-A8FD-D7C511DE069E}" type="presOf" srcId="{C7102257-4122-46AD-BACA-B33C2803EA83}" destId="{56ED14B0-721E-43C6-8845-2E9D5CD2B1BA}" srcOrd="0" destOrd="5" presId="urn:microsoft.com/office/officeart/2005/8/layout/vList5"/>
    <dgm:cxn modelId="{1217DC90-9EDB-4FF9-B3C8-5E4A6CAD205A}" srcId="{49950A5D-C8B1-47D3-9E5D-2054E7D9DA09}" destId="{C7102257-4122-46AD-BACA-B33C2803EA83}" srcOrd="4" destOrd="0" parTransId="{A1029CEA-BEA0-490B-A87E-20A9DA651A84}" sibTransId="{AAE8932C-96B9-4FEC-A3BE-C9A4BF0C4A3B}"/>
    <dgm:cxn modelId="{E28F5B91-6B60-439E-B17F-EF9CAD189802}" srcId="{49950A5D-C8B1-47D3-9E5D-2054E7D9DA09}" destId="{A6E8F63B-826D-4178-9EED-1508E9299225}" srcOrd="0" destOrd="0" parTransId="{DA07EF33-D0F4-4587-A26E-53FAEA7DE79F}" sibTransId="{8262847A-7999-4F08-860B-C324753AA531}"/>
    <dgm:cxn modelId="{FE62B1B4-A101-4862-8F9B-01F6530492F0}" srcId="{A6E8F63B-826D-4178-9EED-1508E9299225}" destId="{022D7822-D66C-46A1-A58A-3B2E09C60C73}" srcOrd="0" destOrd="0" parTransId="{25086911-DDBA-44D1-AB59-D5042483956C}" sibTransId="{6A5D749D-E553-40F1-8307-D4FCFF3A593C}"/>
    <dgm:cxn modelId="{1188E4BE-682F-4E66-996E-7C2E7502A920}" type="presOf" srcId="{49950A5D-C8B1-47D3-9E5D-2054E7D9DA09}" destId="{2E0B5AE3-366B-4AF1-9F17-ADBD794FD7BF}" srcOrd="0" destOrd="0" presId="urn:microsoft.com/office/officeart/2005/8/layout/vList5"/>
    <dgm:cxn modelId="{C9DB0CC3-2F29-45A7-88A5-03A2F56D983C}" srcId="{49950A5D-C8B1-47D3-9E5D-2054E7D9DA09}" destId="{D49FCE29-C8D5-413A-9332-84C482EEC85C}" srcOrd="1" destOrd="0" parTransId="{A8BA7F08-1949-4587-B118-C3AB24F6FF23}" sibTransId="{A5A61147-BFAE-4AE0-8E00-E60ECE48B97E}"/>
    <dgm:cxn modelId="{01151FC4-F94D-4597-917F-6921A34D27BC}" type="presOf" srcId="{A6E8F63B-826D-4178-9EED-1508E9299225}" destId="{56ED14B0-721E-43C6-8845-2E9D5CD2B1BA}" srcOrd="0" destOrd="0" presId="urn:microsoft.com/office/officeart/2005/8/layout/vList5"/>
    <dgm:cxn modelId="{EDF06BCE-05CA-44AF-9881-57671F93459D}" type="presOf" srcId="{660508BC-6FA4-459F-894C-51A43D9B399F}" destId="{56ED14B0-721E-43C6-8845-2E9D5CD2B1BA}" srcOrd="0" destOrd="4" presId="urn:microsoft.com/office/officeart/2005/8/layout/vList5"/>
    <dgm:cxn modelId="{615E26E1-48D9-4B83-8528-C9D720DBAE62}" srcId="{F9630734-BEF9-481B-B1F2-FB698F07C5CB}" destId="{F41F0704-5F3E-4060-BDE2-D378EFAFF1C4}" srcOrd="0" destOrd="0" parTransId="{667551F6-071A-42DA-BC11-5E2CEA8049CE}" sibTransId="{816D18C7-8D42-4986-B4AA-F050313666B3}"/>
    <dgm:cxn modelId="{395194E2-13D6-4F5A-B4A9-F33FA42522BC}" srcId="{F41F0704-5F3E-4060-BDE2-D378EFAFF1C4}" destId="{4324D4C7-9028-4194-8066-B1A54E70A90B}" srcOrd="2" destOrd="0" parTransId="{1F9A0F0B-29C3-4EB5-9778-18D00D297941}" sibTransId="{56D38A2B-609A-4CC5-B13E-F86033ABF75B}"/>
    <dgm:cxn modelId="{E18B84EB-95CB-4DD3-8F91-F0CCF10F4038}" type="presOf" srcId="{4CE943FE-C209-4546-8AF4-631DB1B592FE}" destId="{A23094BB-BAB3-4D42-8BCC-9A50A8DA8B42}" srcOrd="0" destOrd="1" presId="urn:microsoft.com/office/officeart/2005/8/layout/vList5"/>
    <dgm:cxn modelId="{C84BBFF8-AF6F-4D94-A0CD-1F1962E78428}" srcId="{F9630734-BEF9-481B-B1F2-FB698F07C5CB}" destId="{49950A5D-C8B1-47D3-9E5D-2054E7D9DA09}" srcOrd="1" destOrd="0" parTransId="{CFCEB819-6DCC-4987-9CAB-B5136AB6609D}" sibTransId="{5BE6AD0F-B275-40D3-9FDC-647E1D1FF36D}"/>
    <dgm:cxn modelId="{CFAB29C8-66D0-433C-AB28-AF0F3E1B418F}" type="presParOf" srcId="{DDDAEDDF-9BDD-4973-B282-ECCE8F3FB1AE}" destId="{E600D26B-7340-47F0-AC93-0D91C4D62D1D}" srcOrd="0" destOrd="0" presId="urn:microsoft.com/office/officeart/2005/8/layout/vList5"/>
    <dgm:cxn modelId="{57A6BEA6-9357-4C81-9709-A591F1C5F80D}" type="presParOf" srcId="{E600D26B-7340-47F0-AC93-0D91C4D62D1D}" destId="{A2DE1C8D-A07F-4090-BDAF-B634E833FF1F}" srcOrd="0" destOrd="0" presId="urn:microsoft.com/office/officeart/2005/8/layout/vList5"/>
    <dgm:cxn modelId="{68E25627-08D1-442D-80CD-A2287BD2F40F}" type="presParOf" srcId="{E600D26B-7340-47F0-AC93-0D91C4D62D1D}" destId="{A23094BB-BAB3-4D42-8BCC-9A50A8DA8B42}" srcOrd="1" destOrd="0" presId="urn:microsoft.com/office/officeart/2005/8/layout/vList5"/>
    <dgm:cxn modelId="{2E31A144-AFA1-40C4-9BA0-5A35B57D7479}" type="presParOf" srcId="{DDDAEDDF-9BDD-4973-B282-ECCE8F3FB1AE}" destId="{8B663EC5-9707-4EF8-BA8A-38215C82F6D7}" srcOrd="1" destOrd="0" presId="urn:microsoft.com/office/officeart/2005/8/layout/vList5"/>
    <dgm:cxn modelId="{7F676B86-E4E7-43C2-B3EE-0E8831794A77}" type="presParOf" srcId="{DDDAEDDF-9BDD-4973-B282-ECCE8F3FB1AE}" destId="{AEB37F00-80FB-4071-9884-D1BFA7967DAB}" srcOrd="2" destOrd="0" presId="urn:microsoft.com/office/officeart/2005/8/layout/vList5"/>
    <dgm:cxn modelId="{AC1137EC-5DDB-4DE5-9B37-9F0A69BC085C}" type="presParOf" srcId="{AEB37F00-80FB-4071-9884-D1BFA7967DAB}" destId="{2E0B5AE3-366B-4AF1-9F17-ADBD794FD7BF}" srcOrd="0" destOrd="0" presId="urn:microsoft.com/office/officeart/2005/8/layout/vList5"/>
    <dgm:cxn modelId="{13F178AA-F5CC-4B8E-B66E-0C598A7BD258}" type="presParOf" srcId="{AEB37F00-80FB-4071-9884-D1BFA7967DAB}" destId="{56ED14B0-721E-43C6-8845-2E9D5CD2B1B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B48B8E-E524-4914-8DAC-E1CAE6D9A776}">
      <dsp:nvSpPr>
        <dsp:cNvPr id="0" name=""/>
        <dsp:cNvSpPr/>
      </dsp:nvSpPr>
      <dsp:spPr>
        <a:xfrm>
          <a:off x="0" y="24874"/>
          <a:ext cx="9601200" cy="745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automation and software development are two different terms.</a:t>
          </a:r>
          <a:endParaRPr lang="en-IN" sz="2000" kern="1200"/>
        </a:p>
      </dsp:txBody>
      <dsp:txXfrm>
        <a:off x="36411" y="61285"/>
        <a:ext cx="9528378" cy="673053"/>
      </dsp:txXfrm>
    </dsp:sp>
    <dsp:sp modelId="{1ED2C7C3-85E6-466C-8BDF-78E5128E4DC8}">
      <dsp:nvSpPr>
        <dsp:cNvPr id="0" name=""/>
        <dsp:cNvSpPr/>
      </dsp:nvSpPr>
      <dsp:spPr>
        <a:xfrm>
          <a:off x="0" y="828350"/>
          <a:ext cx="9601200" cy="745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If some portion of a workflow can be programmed to be done without human intervention, it can be called automation</a:t>
          </a:r>
          <a:endParaRPr lang="en-IN" sz="2000" kern="1200"/>
        </a:p>
      </dsp:txBody>
      <dsp:txXfrm>
        <a:off x="36411" y="864761"/>
        <a:ext cx="9528378" cy="673053"/>
      </dsp:txXfrm>
    </dsp:sp>
    <dsp:sp modelId="{4D07F43C-4A23-4335-A4E1-C81E100121D7}">
      <dsp:nvSpPr>
        <dsp:cNvPr id="0" name=""/>
        <dsp:cNvSpPr/>
      </dsp:nvSpPr>
      <dsp:spPr>
        <a:xfrm>
          <a:off x="0" y="1574225"/>
          <a:ext cx="9601200" cy="972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38" tIns="25400" rIns="142240" bIns="25400" numCol="1" spcCol="1270" anchor="t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in order to pass any invoice in a payment system, xxxx at ABC organization needs to check that goods have been delivered and recorded in an inventory management system</a:t>
          </a:r>
          <a:endParaRPr lang="en-IN" sz="1600" kern="120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Solution is to integrate those to systems using database integration techniques. </a:t>
          </a:r>
          <a:endParaRPr lang="en-IN" sz="1600" kern="120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i.e., a procedure that fetch data from inventory and automate check of receivables</a:t>
          </a:r>
          <a:endParaRPr lang="en-IN" sz="1600" kern="1200"/>
        </a:p>
      </dsp:txBody>
      <dsp:txXfrm>
        <a:off x="0" y="1574225"/>
        <a:ext cx="9601200" cy="972900"/>
      </dsp:txXfrm>
    </dsp:sp>
    <dsp:sp modelId="{DD695054-E88A-407A-8946-7911471A4006}">
      <dsp:nvSpPr>
        <dsp:cNvPr id="0" name=""/>
        <dsp:cNvSpPr/>
      </dsp:nvSpPr>
      <dsp:spPr>
        <a:xfrm>
          <a:off x="0" y="2547125"/>
          <a:ext cx="9601200" cy="7458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Developing an inventory management software system is called software development, while programming a step so that no more human intervention is required is called automation</a:t>
          </a:r>
          <a:endParaRPr lang="en-IN" sz="2000" kern="1200"/>
        </a:p>
      </dsp:txBody>
      <dsp:txXfrm>
        <a:off x="36411" y="2583536"/>
        <a:ext cx="9528378" cy="6730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ACBE5F-B36F-4819-A6AE-1753FEDA5E62}">
      <dsp:nvSpPr>
        <dsp:cNvPr id="0" name=""/>
        <dsp:cNvSpPr/>
      </dsp:nvSpPr>
      <dsp:spPr>
        <a:xfrm rot="10800000">
          <a:off x="411019" y="1117"/>
          <a:ext cx="8779161" cy="3879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060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following processes should be automated: </a:t>
          </a:r>
          <a:endParaRPr lang="en-IN" sz="1800" kern="1200"/>
        </a:p>
      </dsp:txBody>
      <dsp:txXfrm rot="10800000">
        <a:off x="507998" y="1117"/>
        <a:ext cx="8682182" cy="387915"/>
      </dsp:txXfrm>
    </dsp:sp>
    <dsp:sp modelId="{41949F8B-BB6D-4E86-BE28-03B7B19AF1D5}">
      <dsp:nvSpPr>
        <dsp:cNvPr id="0" name=""/>
        <dsp:cNvSpPr/>
      </dsp:nvSpPr>
      <dsp:spPr>
        <a:xfrm>
          <a:off x="1414243" y="1117"/>
          <a:ext cx="387915" cy="3879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E7D260-D6E3-480C-BA03-2744FD561B6D}">
      <dsp:nvSpPr>
        <dsp:cNvPr id="0" name=""/>
        <dsp:cNvSpPr/>
      </dsp:nvSpPr>
      <dsp:spPr>
        <a:xfrm rot="10800000">
          <a:off x="1705179" y="489071"/>
          <a:ext cx="6384798" cy="3879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060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Repetitive steps </a:t>
          </a:r>
          <a:endParaRPr lang="en-IN" sz="1800" kern="1200"/>
        </a:p>
      </dsp:txBody>
      <dsp:txXfrm rot="10800000">
        <a:off x="1802158" y="489071"/>
        <a:ext cx="6287819" cy="387915"/>
      </dsp:txXfrm>
    </dsp:sp>
    <dsp:sp modelId="{B6EA0751-F83D-4373-B61E-0CD5903083A1}">
      <dsp:nvSpPr>
        <dsp:cNvPr id="0" name=""/>
        <dsp:cNvSpPr/>
      </dsp:nvSpPr>
      <dsp:spPr>
        <a:xfrm>
          <a:off x="1511222" y="489071"/>
          <a:ext cx="387915" cy="3879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5D99C0-A3DE-4DF6-9F83-83F956F22616}">
      <dsp:nvSpPr>
        <dsp:cNvPr id="0" name=""/>
        <dsp:cNvSpPr/>
      </dsp:nvSpPr>
      <dsp:spPr>
        <a:xfrm rot="10800000">
          <a:off x="1705179" y="977025"/>
          <a:ext cx="6384798" cy="3879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060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Time-consuming steps </a:t>
          </a:r>
          <a:endParaRPr lang="en-IN" sz="1800" kern="1200"/>
        </a:p>
      </dsp:txBody>
      <dsp:txXfrm rot="10800000">
        <a:off x="1802158" y="977025"/>
        <a:ext cx="6287819" cy="387915"/>
      </dsp:txXfrm>
    </dsp:sp>
    <dsp:sp modelId="{4A43DB45-892E-47D1-8178-57E1D48F646D}">
      <dsp:nvSpPr>
        <dsp:cNvPr id="0" name=""/>
        <dsp:cNvSpPr/>
      </dsp:nvSpPr>
      <dsp:spPr>
        <a:xfrm>
          <a:off x="1511222" y="977025"/>
          <a:ext cx="387915" cy="3879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3D17E4-273A-48E8-B8F4-B60AADA1B1D8}">
      <dsp:nvSpPr>
        <dsp:cNvPr id="0" name=""/>
        <dsp:cNvSpPr/>
      </dsp:nvSpPr>
      <dsp:spPr>
        <a:xfrm rot="10800000">
          <a:off x="1705179" y="1464979"/>
          <a:ext cx="6384798" cy="3879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060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High-risk tasks </a:t>
          </a:r>
          <a:endParaRPr lang="en-IN" sz="1800" kern="1200"/>
        </a:p>
      </dsp:txBody>
      <dsp:txXfrm rot="10800000">
        <a:off x="1802158" y="1464979"/>
        <a:ext cx="6287819" cy="387915"/>
      </dsp:txXfrm>
    </dsp:sp>
    <dsp:sp modelId="{ADAE2326-8AC2-46CB-A8FC-855D6CA1EAC3}">
      <dsp:nvSpPr>
        <dsp:cNvPr id="0" name=""/>
        <dsp:cNvSpPr/>
      </dsp:nvSpPr>
      <dsp:spPr>
        <a:xfrm>
          <a:off x="1511222" y="1464979"/>
          <a:ext cx="387915" cy="3879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E77D1A-DCD3-4500-91EF-93A3C5E0C147}">
      <dsp:nvSpPr>
        <dsp:cNvPr id="0" name=""/>
        <dsp:cNvSpPr/>
      </dsp:nvSpPr>
      <dsp:spPr>
        <a:xfrm rot="10800000">
          <a:off x="1705179" y="1952933"/>
          <a:ext cx="6384798" cy="3879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060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Tasks with a low-quality yield </a:t>
          </a:r>
          <a:endParaRPr lang="en-IN" sz="1800" kern="1200"/>
        </a:p>
      </dsp:txBody>
      <dsp:txXfrm rot="10800000">
        <a:off x="1802158" y="1952933"/>
        <a:ext cx="6287819" cy="387915"/>
      </dsp:txXfrm>
    </dsp:sp>
    <dsp:sp modelId="{0DE95A43-2C69-491C-A02D-17FF2421C7E0}">
      <dsp:nvSpPr>
        <dsp:cNvPr id="0" name=""/>
        <dsp:cNvSpPr/>
      </dsp:nvSpPr>
      <dsp:spPr>
        <a:xfrm>
          <a:off x="1511222" y="1952933"/>
          <a:ext cx="387915" cy="3879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C3F99-2E10-4145-A3F4-131F1516A18A}">
      <dsp:nvSpPr>
        <dsp:cNvPr id="0" name=""/>
        <dsp:cNvSpPr/>
      </dsp:nvSpPr>
      <dsp:spPr>
        <a:xfrm rot="10800000">
          <a:off x="1705179" y="2440887"/>
          <a:ext cx="6384798" cy="3879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060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Tasks involving multiple people and multiple steps </a:t>
          </a:r>
          <a:endParaRPr lang="en-IN" sz="1800" kern="1200"/>
        </a:p>
      </dsp:txBody>
      <dsp:txXfrm rot="10800000">
        <a:off x="1802158" y="2440887"/>
        <a:ext cx="6287819" cy="387915"/>
      </dsp:txXfrm>
    </dsp:sp>
    <dsp:sp modelId="{07559F4B-4218-49A1-8EAC-9287D6CEB808}">
      <dsp:nvSpPr>
        <dsp:cNvPr id="0" name=""/>
        <dsp:cNvSpPr/>
      </dsp:nvSpPr>
      <dsp:spPr>
        <a:xfrm>
          <a:off x="1511222" y="2440887"/>
          <a:ext cx="387915" cy="3879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15A03A-93EB-4F36-B796-B056161BDFF7}">
      <dsp:nvSpPr>
        <dsp:cNvPr id="0" name=""/>
        <dsp:cNvSpPr/>
      </dsp:nvSpPr>
      <dsp:spPr>
        <a:xfrm rot="10800000">
          <a:off x="1705179" y="2928842"/>
          <a:ext cx="6384798" cy="38791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060" tIns="68580" rIns="128016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And everything else</a:t>
          </a:r>
          <a:endParaRPr lang="en-IN" sz="1800" kern="1200"/>
        </a:p>
      </dsp:txBody>
      <dsp:txXfrm rot="10800000">
        <a:off x="1802158" y="2928842"/>
        <a:ext cx="6287819" cy="387915"/>
      </dsp:txXfrm>
    </dsp:sp>
    <dsp:sp modelId="{21CBB5B3-4858-440C-AAAA-1C017A28FB88}">
      <dsp:nvSpPr>
        <dsp:cNvPr id="0" name=""/>
        <dsp:cNvSpPr/>
      </dsp:nvSpPr>
      <dsp:spPr>
        <a:xfrm>
          <a:off x="1511222" y="2928842"/>
          <a:ext cx="387915" cy="387915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8B65CA-1C8F-45F0-B10E-CD862A557797}">
      <dsp:nvSpPr>
        <dsp:cNvPr id="0" name=""/>
        <dsp:cNvSpPr/>
      </dsp:nvSpPr>
      <dsp:spPr>
        <a:xfrm>
          <a:off x="0" y="235497"/>
          <a:ext cx="96012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93538E-FF29-4D86-ADDE-A41422108E7A}">
      <dsp:nvSpPr>
        <dsp:cNvPr id="0" name=""/>
        <dsp:cNvSpPr/>
      </dsp:nvSpPr>
      <dsp:spPr>
        <a:xfrm>
          <a:off x="480060" y="58377"/>
          <a:ext cx="672084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Well defined and rule-based steps </a:t>
          </a:r>
          <a:endParaRPr lang="en-IN" sz="1600" kern="1200"/>
        </a:p>
      </dsp:txBody>
      <dsp:txXfrm>
        <a:off x="497353" y="75670"/>
        <a:ext cx="6686254" cy="319654"/>
      </dsp:txXfrm>
    </dsp:sp>
    <dsp:sp modelId="{57F1D758-F926-46E6-9860-83E89CD4CA4E}">
      <dsp:nvSpPr>
        <dsp:cNvPr id="0" name=""/>
        <dsp:cNvSpPr/>
      </dsp:nvSpPr>
      <dsp:spPr>
        <a:xfrm>
          <a:off x="0" y="779817"/>
          <a:ext cx="96012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6060EE-5406-4389-8152-C3BD11152CFB}">
      <dsp:nvSpPr>
        <dsp:cNvPr id="0" name=""/>
        <dsp:cNvSpPr/>
      </dsp:nvSpPr>
      <dsp:spPr>
        <a:xfrm>
          <a:off x="480060" y="602697"/>
          <a:ext cx="672084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Logical </a:t>
          </a:r>
          <a:endParaRPr lang="en-IN" sz="1600" kern="1200"/>
        </a:p>
      </dsp:txBody>
      <dsp:txXfrm>
        <a:off x="497353" y="619990"/>
        <a:ext cx="6686254" cy="319654"/>
      </dsp:txXfrm>
    </dsp:sp>
    <dsp:sp modelId="{C8480488-2F9C-444F-B4BF-9B50D39B057C}">
      <dsp:nvSpPr>
        <dsp:cNvPr id="0" name=""/>
        <dsp:cNvSpPr/>
      </dsp:nvSpPr>
      <dsp:spPr>
        <a:xfrm>
          <a:off x="0" y="1324137"/>
          <a:ext cx="96012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9A7685-CD6E-4F6B-9367-CFD6576689C2}">
      <dsp:nvSpPr>
        <dsp:cNvPr id="0" name=""/>
        <dsp:cNvSpPr/>
      </dsp:nvSpPr>
      <dsp:spPr>
        <a:xfrm>
          <a:off x="480060" y="1147017"/>
          <a:ext cx="672084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An input to the task can be diverted to the software system </a:t>
          </a:r>
          <a:endParaRPr lang="en-IN" sz="1600" kern="1200"/>
        </a:p>
      </dsp:txBody>
      <dsp:txXfrm>
        <a:off x="497353" y="1164310"/>
        <a:ext cx="6686254" cy="319654"/>
      </dsp:txXfrm>
    </dsp:sp>
    <dsp:sp modelId="{40E385FA-2DD0-4B04-8B8F-8F015BC957FA}">
      <dsp:nvSpPr>
        <dsp:cNvPr id="0" name=""/>
        <dsp:cNvSpPr/>
      </dsp:nvSpPr>
      <dsp:spPr>
        <a:xfrm>
          <a:off x="0" y="1868457"/>
          <a:ext cx="96012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181DD5-C04C-4690-9657-F4EE757807E9}">
      <dsp:nvSpPr>
        <dsp:cNvPr id="0" name=""/>
        <dsp:cNvSpPr/>
      </dsp:nvSpPr>
      <dsp:spPr>
        <a:xfrm>
          <a:off x="480060" y="1691337"/>
          <a:ext cx="672084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Input can be deciphered by software systems with available techniques </a:t>
          </a:r>
          <a:endParaRPr lang="en-IN" sz="1600" kern="1200"/>
        </a:p>
      </dsp:txBody>
      <dsp:txXfrm>
        <a:off x="497353" y="1708630"/>
        <a:ext cx="6686254" cy="319654"/>
      </dsp:txXfrm>
    </dsp:sp>
    <dsp:sp modelId="{1580505C-1107-4947-A3F1-21478BA0205F}">
      <dsp:nvSpPr>
        <dsp:cNvPr id="0" name=""/>
        <dsp:cNvSpPr/>
      </dsp:nvSpPr>
      <dsp:spPr>
        <a:xfrm>
          <a:off x="0" y="2412777"/>
          <a:ext cx="96012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B07102-17C2-4EFE-BBAD-E804EA04F7A8}">
      <dsp:nvSpPr>
        <dsp:cNvPr id="0" name=""/>
        <dsp:cNvSpPr/>
      </dsp:nvSpPr>
      <dsp:spPr>
        <a:xfrm>
          <a:off x="480060" y="2235657"/>
          <a:ext cx="672084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output system is accessible </a:t>
          </a:r>
          <a:endParaRPr lang="en-IN" sz="1600" kern="1200"/>
        </a:p>
      </dsp:txBody>
      <dsp:txXfrm>
        <a:off x="497353" y="2252950"/>
        <a:ext cx="6686254" cy="319654"/>
      </dsp:txXfrm>
    </dsp:sp>
    <dsp:sp modelId="{5D078818-E70F-49C6-999F-26A3EE314FA8}">
      <dsp:nvSpPr>
        <dsp:cNvPr id="0" name=""/>
        <dsp:cNvSpPr/>
      </dsp:nvSpPr>
      <dsp:spPr>
        <a:xfrm>
          <a:off x="0" y="2957097"/>
          <a:ext cx="960120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158A96-CE50-4DE0-B257-2CE30D6D4664}">
      <dsp:nvSpPr>
        <dsp:cNvPr id="0" name=""/>
        <dsp:cNvSpPr/>
      </dsp:nvSpPr>
      <dsp:spPr>
        <a:xfrm>
          <a:off x="480060" y="2779977"/>
          <a:ext cx="6720840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32" tIns="0" rIns="254032" bIns="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Benefits are more than the cost</a:t>
          </a:r>
          <a:endParaRPr lang="en-IN" sz="1600" kern="1200"/>
        </a:p>
      </dsp:txBody>
      <dsp:txXfrm>
        <a:off x="497353" y="2797270"/>
        <a:ext cx="6686254" cy="3196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0D4E4B-D67D-402D-A1BC-7522930C64B5}">
      <dsp:nvSpPr>
        <dsp:cNvPr id="0" name=""/>
        <dsp:cNvSpPr/>
      </dsp:nvSpPr>
      <dsp:spPr>
        <a:xfrm rot="5400000">
          <a:off x="6032523" y="-2450922"/>
          <a:ext cx="992584" cy="61447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Developing new software to perform repetitive tasks. </a:t>
          </a:r>
          <a:endParaRPr lang="en-IN" sz="1800" kern="1200" dirty="0"/>
        </a:p>
      </dsp:txBody>
      <dsp:txXfrm rot="-5400000">
        <a:off x="3456431" y="173624"/>
        <a:ext cx="6096314" cy="895676"/>
      </dsp:txXfrm>
    </dsp:sp>
    <dsp:sp modelId="{2A98C18C-2372-472D-8E4B-110E4A2E0D24}">
      <dsp:nvSpPr>
        <dsp:cNvPr id="0" name=""/>
        <dsp:cNvSpPr/>
      </dsp:nvSpPr>
      <dsp:spPr>
        <a:xfrm>
          <a:off x="0" y="1096"/>
          <a:ext cx="3456432" cy="1240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Custom software:</a:t>
          </a:r>
          <a:endParaRPr lang="en-IN" sz="3200" kern="1200" dirty="0"/>
        </a:p>
      </dsp:txBody>
      <dsp:txXfrm>
        <a:off x="60567" y="61663"/>
        <a:ext cx="3335298" cy="1119596"/>
      </dsp:txXfrm>
    </dsp:sp>
    <dsp:sp modelId="{5C8542AC-CED2-4948-B92E-09BADFBAFFDE}">
      <dsp:nvSpPr>
        <dsp:cNvPr id="0" name=""/>
        <dsp:cNvSpPr/>
      </dsp:nvSpPr>
      <dsp:spPr>
        <a:xfrm rot="5400000">
          <a:off x="5889553" y="-1132633"/>
          <a:ext cx="1265773" cy="613876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Runbooks are typically used for IT-based operations. </a:t>
          </a:r>
          <a:endParaRPr lang="en-IN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They are a compilation of a set of commands or tasks that are performed for maintenance and other types of activities.</a:t>
          </a:r>
          <a:endParaRPr lang="en-IN" sz="1600" kern="120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Runbooks can be offline as well, often referred to as run commands for performing sets of tasks. </a:t>
          </a:r>
          <a:endParaRPr lang="en-IN" sz="1600" kern="1200" dirty="0"/>
        </a:p>
      </dsp:txBody>
      <dsp:txXfrm rot="-5400000">
        <a:off x="3453056" y="1365654"/>
        <a:ext cx="6076977" cy="1142193"/>
      </dsp:txXfrm>
    </dsp:sp>
    <dsp:sp modelId="{73A7DC60-26C9-4783-BB66-2656ACFC6BCC}">
      <dsp:nvSpPr>
        <dsp:cNvPr id="0" name=""/>
        <dsp:cNvSpPr/>
      </dsp:nvSpPr>
      <dsp:spPr>
        <a:xfrm>
          <a:off x="0" y="1316385"/>
          <a:ext cx="3453056" cy="1240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Runbook: </a:t>
          </a:r>
          <a:endParaRPr lang="en-IN" sz="3200" kern="1200"/>
        </a:p>
      </dsp:txBody>
      <dsp:txXfrm>
        <a:off x="60567" y="1376952"/>
        <a:ext cx="3331922" cy="1119596"/>
      </dsp:txXfrm>
    </dsp:sp>
    <dsp:sp modelId="{C68395FB-88D4-4855-B2AB-592CB6C4EBB6}">
      <dsp:nvSpPr>
        <dsp:cNvPr id="0" name=""/>
        <dsp:cNvSpPr/>
      </dsp:nvSpPr>
      <dsp:spPr>
        <a:xfrm rot="5400000">
          <a:off x="5961082" y="179655"/>
          <a:ext cx="1135467" cy="61447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They used to compile a sequence of commands that could be run by a single click or command. </a:t>
          </a:r>
          <a:endParaRPr lang="en-IN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They can also be scheduled to be run at a specific time using the scheduler.</a:t>
          </a:r>
          <a:endParaRPr lang="en-IN" sz="1600" kern="1200"/>
        </a:p>
      </dsp:txBody>
      <dsp:txXfrm rot="-5400000">
        <a:off x="3456432" y="2739735"/>
        <a:ext cx="6089339" cy="1024609"/>
      </dsp:txXfrm>
    </dsp:sp>
    <dsp:sp modelId="{FDBCCBEB-21ED-478E-98C9-D0D9F832FE13}">
      <dsp:nvSpPr>
        <dsp:cNvPr id="0" name=""/>
        <dsp:cNvSpPr/>
      </dsp:nvSpPr>
      <dsp:spPr>
        <a:xfrm>
          <a:off x="0" y="2631673"/>
          <a:ext cx="3456432" cy="1240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Batch: </a:t>
          </a:r>
          <a:endParaRPr lang="en-IN" sz="3200" kern="1200" dirty="0"/>
        </a:p>
      </dsp:txBody>
      <dsp:txXfrm>
        <a:off x="60567" y="2692240"/>
        <a:ext cx="3335298" cy="11195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13485D-F548-4DDE-8EE6-2B896CD56581}">
      <dsp:nvSpPr>
        <dsp:cNvPr id="0" name=""/>
        <dsp:cNvSpPr/>
      </dsp:nvSpPr>
      <dsp:spPr>
        <a:xfrm rot="5400000">
          <a:off x="5881441" y="-2263125"/>
          <a:ext cx="1294748" cy="61447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Wraps around existing software or hosts client applications. </a:t>
          </a:r>
          <a:endParaRPr lang="en-IN" sz="2000" kern="1200" dirty="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The wrapper monitors activities in a client app and performs actions based on rules.</a:t>
          </a:r>
          <a:endParaRPr lang="en-IN" sz="2000" kern="1200"/>
        </a:p>
      </dsp:txBody>
      <dsp:txXfrm rot="-5400000">
        <a:off x="3456431" y="225089"/>
        <a:ext cx="6081564" cy="1168340"/>
      </dsp:txXfrm>
    </dsp:sp>
    <dsp:sp modelId="{A69F7709-0708-4B6B-AFFD-51401617B696}">
      <dsp:nvSpPr>
        <dsp:cNvPr id="0" name=""/>
        <dsp:cNvSpPr/>
      </dsp:nvSpPr>
      <dsp:spPr>
        <a:xfrm>
          <a:off x="0" y="40"/>
          <a:ext cx="3456432" cy="16184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Wrapper </a:t>
          </a:r>
          <a:endParaRPr lang="en-IN" sz="4800" kern="1200" dirty="0"/>
        </a:p>
      </dsp:txBody>
      <dsp:txXfrm>
        <a:off x="79006" y="79046"/>
        <a:ext cx="3298420" cy="1460424"/>
      </dsp:txXfrm>
    </dsp:sp>
    <dsp:sp modelId="{CD71936F-C56B-4AEE-A87E-F3C327F77F4B}">
      <dsp:nvSpPr>
        <dsp:cNvPr id="0" name=""/>
        <dsp:cNvSpPr/>
      </dsp:nvSpPr>
      <dsp:spPr>
        <a:xfrm rot="5400000">
          <a:off x="5881441" y="-563767"/>
          <a:ext cx="1294748" cy="61447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/>
            <a:t>Greasemonkey</a:t>
          </a:r>
          <a:r>
            <a:rPr lang="en-US" sz="1600" kern="1200" dirty="0"/>
            <a:t> and many other web macro software helped in browser-based automation. </a:t>
          </a:r>
          <a:endParaRPr lang="en-IN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It can be used to read from a website and save to a database. </a:t>
          </a:r>
          <a:endParaRPr lang="en-IN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It can also write to fields based on rules. </a:t>
          </a:r>
          <a:endParaRPr lang="en-IN" sz="1600" kern="1200" dirty="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Using this technique, a whole website can be changed, and components can be added or removed from the website</a:t>
          </a:r>
          <a:endParaRPr lang="en-IN" sz="1600" kern="1200"/>
        </a:p>
      </dsp:txBody>
      <dsp:txXfrm rot="-5400000">
        <a:off x="3456431" y="1924447"/>
        <a:ext cx="6081564" cy="1168340"/>
      </dsp:txXfrm>
    </dsp:sp>
    <dsp:sp modelId="{56D78B90-3F7F-40C8-A2E6-2112FD906DBA}">
      <dsp:nvSpPr>
        <dsp:cNvPr id="0" name=""/>
        <dsp:cNvSpPr/>
      </dsp:nvSpPr>
      <dsp:spPr>
        <a:xfrm>
          <a:off x="0" y="1699398"/>
          <a:ext cx="3456432" cy="16184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Browser automation</a:t>
          </a:r>
          <a:endParaRPr lang="en-IN" sz="4400" kern="1200"/>
        </a:p>
      </dsp:txBody>
      <dsp:txXfrm>
        <a:off x="79006" y="1778404"/>
        <a:ext cx="3298420" cy="14604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061919-1790-407F-8E93-297B3D692AA9}">
      <dsp:nvSpPr>
        <dsp:cNvPr id="0" name=""/>
        <dsp:cNvSpPr/>
      </dsp:nvSpPr>
      <dsp:spPr>
        <a:xfrm rot="5400000">
          <a:off x="5881441" y="-2263125"/>
          <a:ext cx="1294748" cy="61447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Traditionally, desktop automation used to mean that multiple screens on a desktop were woven together to present a single screen, and if there was some data transfer from one screen to another, it could be done automatically. </a:t>
          </a:r>
          <a:endParaRPr lang="en-IN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Recently, assisted Robotics process automation has also been considered for desktop automation by some companies. </a:t>
          </a:r>
          <a:endParaRPr lang="en-IN" sz="1500" kern="1200"/>
        </a:p>
      </dsp:txBody>
      <dsp:txXfrm rot="-5400000">
        <a:off x="3456431" y="225089"/>
        <a:ext cx="6081564" cy="1168340"/>
      </dsp:txXfrm>
    </dsp:sp>
    <dsp:sp modelId="{AF7194CA-D655-406A-A012-D30BC677CFA2}">
      <dsp:nvSpPr>
        <dsp:cNvPr id="0" name=""/>
        <dsp:cNvSpPr/>
      </dsp:nvSpPr>
      <dsp:spPr>
        <a:xfrm>
          <a:off x="0" y="40"/>
          <a:ext cx="3456432" cy="16184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Desktop automation</a:t>
          </a:r>
          <a:endParaRPr lang="en-IN" sz="3400" kern="1200"/>
        </a:p>
      </dsp:txBody>
      <dsp:txXfrm>
        <a:off x="79006" y="79046"/>
        <a:ext cx="3298420" cy="1460424"/>
      </dsp:txXfrm>
    </dsp:sp>
    <dsp:sp modelId="{7F2A7196-86E7-477F-A11E-F66D503C6BDE}">
      <dsp:nvSpPr>
        <dsp:cNvPr id="0" name=""/>
        <dsp:cNvSpPr/>
      </dsp:nvSpPr>
      <dsp:spPr>
        <a:xfrm rot="5400000">
          <a:off x="5881441" y="-563767"/>
          <a:ext cx="1294748" cy="614476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In database integration, we read/write to a client database directly. </a:t>
          </a:r>
          <a:endParaRPr lang="en-IN" sz="1500" kern="1200"/>
        </a:p>
        <a:p>
          <a:pPr marL="114300" lvl="1" indent="-114300" algn="l" defTabSz="6667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In web service integration, we communicate with the client system using a web service</a:t>
          </a:r>
          <a:endParaRPr lang="en-IN" sz="1500" kern="1200"/>
        </a:p>
      </dsp:txBody>
      <dsp:txXfrm rot="-5400000">
        <a:off x="3456431" y="1924447"/>
        <a:ext cx="6081564" cy="1168340"/>
      </dsp:txXfrm>
    </dsp:sp>
    <dsp:sp modelId="{1F6EE6F5-88DA-4558-9F97-553DC3728A76}">
      <dsp:nvSpPr>
        <dsp:cNvPr id="0" name=""/>
        <dsp:cNvSpPr/>
      </dsp:nvSpPr>
      <dsp:spPr>
        <a:xfrm>
          <a:off x="0" y="1699398"/>
          <a:ext cx="3456432" cy="161843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Database/web service integration</a:t>
          </a:r>
          <a:endParaRPr lang="en-IN" sz="3400" kern="1200"/>
        </a:p>
      </dsp:txBody>
      <dsp:txXfrm>
        <a:off x="79006" y="1778404"/>
        <a:ext cx="3298420" cy="14604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DEC466-81EA-42F7-89F9-92CB63B05D79}">
      <dsp:nvSpPr>
        <dsp:cNvPr id="0" name=""/>
        <dsp:cNvSpPr/>
      </dsp:nvSpPr>
      <dsp:spPr>
        <a:xfrm rot="16200000">
          <a:off x="-748980" y="754136"/>
          <a:ext cx="3317875" cy="1809601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Robot in Robotic process automation means software programs that mimic human actions</a:t>
          </a:r>
          <a:endParaRPr lang="en-IN" sz="1800" kern="1200"/>
        </a:p>
      </dsp:txBody>
      <dsp:txXfrm rot="5400000">
        <a:off x="5157" y="663574"/>
        <a:ext cx="1809601" cy="1990725"/>
      </dsp:txXfrm>
    </dsp:sp>
    <dsp:sp modelId="{292D3BFC-CF1D-4072-9AD2-8754DCB99200}">
      <dsp:nvSpPr>
        <dsp:cNvPr id="0" name=""/>
        <dsp:cNvSpPr/>
      </dsp:nvSpPr>
      <dsp:spPr>
        <a:xfrm rot="16200000">
          <a:off x="1196341" y="754136"/>
          <a:ext cx="3317875" cy="1809601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RPA involves the use of software that mimics human actions while interacting with applications in a computer and accomplishing rule-based tasks</a:t>
          </a:r>
          <a:endParaRPr lang="en-IN" sz="1800" kern="1200"/>
        </a:p>
      </dsp:txBody>
      <dsp:txXfrm rot="5400000">
        <a:off x="1950478" y="663574"/>
        <a:ext cx="1809601" cy="1990725"/>
      </dsp:txXfrm>
    </dsp:sp>
    <dsp:sp modelId="{D35B8B4C-90A4-4C4D-B738-860FB4F822AE}">
      <dsp:nvSpPr>
        <dsp:cNvPr id="0" name=""/>
        <dsp:cNvSpPr/>
      </dsp:nvSpPr>
      <dsp:spPr>
        <a:xfrm rot="16200000">
          <a:off x="3141662" y="754136"/>
          <a:ext cx="3317875" cy="1809601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software Robots also perform complex calculations and decision making on the basis of the data and predefined rules</a:t>
          </a:r>
          <a:endParaRPr lang="en-IN" sz="1800" kern="1200"/>
        </a:p>
      </dsp:txBody>
      <dsp:txXfrm rot="5400000">
        <a:off x="3895799" y="663574"/>
        <a:ext cx="1809601" cy="1990725"/>
      </dsp:txXfrm>
    </dsp:sp>
    <dsp:sp modelId="{6DCE37BF-FBD6-42E5-A259-AB874230943C}">
      <dsp:nvSpPr>
        <dsp:cNvPr id="0" name=""/>
        <dsp:cNvSpPr/>
      </dsp:nvSpPr>
      <dsp:spPr>
        <a:xfrm rot="16200000">
          <a:off x="5086983" y="754136"/>
          <a:ext cx="3317875" cy="1809601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 the area of artificial intelligence, it has become possible to use State activity: Transitions contain three sectionsdTrigger, Condition, and Action</a:t>
          </a:r>
          <a:endParaRPr lang="en-IN" sz="1800" kern="1200"/>
        </a:p>
      </dsp:txBody>
      <dsp:txXfrm rot="5400000">
        <a:off x="5841120" y="663574"/>
        <a:ext cx="1809601" cy="1990725"/>
      </dsp:txXfrm>
    </dsp:sp>
    <dsp:sp modelId="{4227C13D-B69F-49D9-BC9B-437533B02B03}">
      <dsp:nvSpPr>
        <dsp:cNvPr id="0" name=""/>
        <dsp:cNvSpPr/>
      </dsp:nvSpPr>
      <dsp:spPr>
        <a:xfrm rot="16200000">
          <a:off x="7032305" y="754136"/>
          <a:ext cx="3317875" cy="1809601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Technologies adopted with RPA</a:t>
          </a:r>
          <a:endParaRPr lang="en-IN" sz="1800" kern="1200"/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ML, NLP, Computer Vision, Natural language generation</a:t>
          </a:r>
          <a:endParaRPr lang="en-IN" sz="1600" kern="1200"/>
        </a:p>
      </dsp:txBody>
      <dsp:txXfrm rot="5400000">
        <a:off x="7786442" y="663574"/>
        <a:ext cx="1809601" cy="199072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09C014-521B-46F0-A286-A8208A31970F}">
      <dsp:nvSpPr>
        <dsp:cNvPr id="0" name=""/>
        <dsp:cNvSpPr/>
      </dsp:nvSpPr>
      <dsp:spPr>
        <a:xfrm rot="16200000">
          <a:off x="-520933" y="523248"/>
          <a:ext cx="3317875" cy="2271377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With RPA, it has become much easier to automate tasks. </a:t>
          </a:r>
          <a:endParaRPr lang="en-IN" sz="1800" kern="1200"/>
        </a:p>
      </dsp:txBody>
      <dsp:txXfrm rot="5400000">
        <a:off x="2316" y="663574"/>
        <a:ext cx="2271377" cy="1990725"/>
      </dsp:txXfrm>
    </dsp:sp>
    <dsp:sp modelId="{785BD806-4CA7-4B51-B495-CACEC1D2D99F}">
      <dsp:nvSpPr>
        <dsp:cNvPr id="0" name=""/>
        <dsp:cNvSpPr/>
      </dsp:nvSpPr>
      <dsp:spPr>
        <a:xfrm rot="16200000">
          <a:off x="1920797" y="523248"/>
          <a:ext cx="3317875" cy="2271377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Now, we need to know only the steps taken by humans and make the Robots mimic the action on a computer screen using mouse and keyboard. </a:t>
          </a:r>
          <a:endParaRPr lang="en-IN" sz="1800" kern="1200"/>
        </a:p>
      </dsp:txBody>
      <dsp:txXfrm rot="5400000">
        <a:off x="2444046" y="663574"/>
        <a:ext cx="2271377" cy="1990725"/>
      </dsp:txXfrm>
    </dsp:sp>
    <dsp:sp modelId="{25E1111F-DD88-4777-A681-43277E57B8AD}">
      <dsp:nvSpPr>
        <dsp:cNvPr id="0" name=""/>
        <dsp:cNvSpPr/>
      </dsp:nvSpPr>
      <dsp:spPr>
        <a:xfrm rot="16200000">
          <a:off x="4362527" y="523248"/>
          <a:ext cx="3317875" cy="2271377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Business logic, validation of data, transformation, and use of data is already coded in existing systems that humans use to accomplish a task, a simple example being invoice data entry.</a:t>
          </a:r>
          <a:endParaRPr lang="en-IN" sz="1800" kern="1200" dirty="0"/>
        </a:p>
      </dsp:txBody>
      <dsp:txXfrm rot="5400000">
        <a:off x="4885776" y="663574"/>
        <a:ext cx="2271377" cy="1990725"/>
      </dsp:txXfrm>
    </dsp:sp>
    <dsp:sp modelId="{F72477E4-DD1D-4415-BEEB-405666CB07DE}">
      <dsp:nvSpPr>
        <dsp:cNvPr id="0" name=""/>
        <dsp:cNvSpPr/>
      </dsp:nvSpPr>
      <dsp:spPr>
        <a:xfrm rot="16200000">
          <a:off x="6804258" y="523248"/>
          <a:ext cx="3317875" cy="2271377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RPA platforms allow the program, called Robots, </a:t>
          </a:r>
          <a:endParaRPr lang="en-IN" sz="18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to interact with any application in the same way a human would do, </a:t>
          </a:r>
          <a:endParaRPr lang="en-IN" sz="1400" kern="120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hence, automating rule-based work by recording those steps for later playback.</a:t>
          </a:r>
          <a:endParaRPr lang="en-IN" sz="1400" kern="1200"/>
        </a:p>
      </dsp:txBody>
      <dsp:txXfrm rot="5400000">
        <a:off x="7327507" y="663574"/>
        <a:ext cx="2271377" cy="199072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CE510C-9460-425A-818C-DCCFFE1F1EC1}">
      <dsp:nvSpPr>
        <dsp:cNvPr id="0" name=""/>
        <dsp:cNvSpPr/>
      </dsp:nvSpPr>
      <dsp:spPr>
        <a:xfrm rot="16200000">
          <a:off x="-520933" y="523248"/>
          <a:ext cx="3317875" cy="2271377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point that distinguishes RPA from traditional automation is that the software Robot is trained using steps that are illustrative rather than using instructions based on code</a:t>
          </a:r>
          <a:endParaRPr lang="en-IN" sz="1800" kern="1200"/>
        </a:p>
      </dsp:txBody>
      <dsp:txXfrm rot="5400000">
        <a:off x="2316" y="663574"/>
        <a:ext cx="2271377" cy="1990725"/>
      </dsp:txXfrm>
    </dsp:sp>
    <dsp:sp modelId="{7CD2570B-D940-48FB-A28E-4AD3F8B86DAD}">
      <dsp:nvSpPr>
        <dsp:cNvPr id="0" name=""/>
        <dsp:cNvSpPr/>
      </dsp:nvSpPr>
      <dsp:spPr>
        <a:xfrm rot="16200000">
          <a:off x="1920797" y="523248"/>
          <a:ext cx="3317875" cy="2271377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RPA is capable of adapting to dynamic circumstances</a:t>
          </a:r>
          <a:endParaRPr lang="en-IN" sz="1800" kern="1200"/>
        </a:p>
      </dsp:txBody>
      <dsp:txXfrm rot="5400000">
        <a:off x="2444046" y="663574"/>
        <a:ext cx="2271377" cy="1990725"/>
      </dsp:txXfrm>
    </dsp:sp>
    <dsp:sp modelId="{8DDDB80F-B95F-405D-A393-A21E5CAD8C13}">
      <dsp:nvSpPr>
        <dsp:cNvPr id="0" name=""/>
        <dsp:cNvSpPr/>
      </dsp:nvSpPr>
      <dsp:spPr>
        <a:xfrm rot="16200000">
          <a:off x="4362527" y="523248"/>
          <a:ext cx="3317875" cy="2271377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From tedious, repetitive, and high volume tasks, to diverse, complicated systems that need to work together lucidly, RPA can handle it all. </a:t>
          </a:r>
          <a:endParaRPr lang="en-IN" sz="1800" kern="1200"/>
        </a:p>
      </dsp:txBody>
      <dsp:txXfrm rot="5400000">
        <a:off x="4885776" y="663574"/>
        <a:ext cx="2271377" cy="1990725"/>
      </dsp:txXfrm>
    </dsp:sp>
    <dsp:sp modelId="{37842BC3-C45D-4C24-913A-A7AEA2401EB6}">
      <dsp:nvSpPr>
        <dsp:cNvPr id="0" name=""/>
        <dsp:cNvSpPr/>
      </dsp:nvSpPr>
      <dsp:spPr>
        <a:xfrm rot="16200000">
          <a:off x="6804258" y="523248"/>
          <a:ext cx="3317875" cy="2271377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0" rIns="114300" bIns="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There is consistency in quality, accuracy, productivity and efficiency, faster delivery of services, and of course, lower operation costs.</a:t>
          </a:r>
          <a:endParaRPr lang="en-IN" sz="1800" kern="1200"/>
        </a:p>
      </dsp:txBody>
      <dsp:txXfrm rot="5400000">
        <a:off x="7327507" y="663574"/>
        <a:ext cx="2271377" cy="199072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D17594-B341-4FBF-9787-E008FEE693C4}">
      <dsp:nvSpPr>
        <dsp:cNvPr id="0" name=""/>
        <dsp:cNvSpPr/>
      </dsp:nvSpPr>
      <dsp:spPr>
        <a:xfrm rot="5400000">
          <a:off x="6633626" y="-2538031"/>
          <a:ext cx="1867509" cy="712224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part of the development studio that developers use to configure the Robots. </a:t>
          </a:r>
          <a:endParaRPr lang="en-IN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It is like the recorder in any Automated tools, the bot recorder in any platform, records steps. </a:t>
          </a:r>
          <a:endParaRPr lang="en-IN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It records mouse and keyboard movements on the UI and this recording can be replayed to do the same steps again and again. </a:t>
          </a:r>
          <a:endParaRPr lang="en-IN" sz="1800" kern="1200" dirty="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This enables rapid automation</a:t>
          </a:r>
          <a:endParaRPr lang="en-IN" sz="1800" kern="1200"/>
        </a:p>
      </dsp:txBody>
      <dsp:txXfrm rot="-5400000">
        <a:off x="4006260" y="180499"/>
        <a:ext cx="7031077" cy="1685181"/>
      </dsp:txXfrm>
    </dsp:sp>
    <dsp:sp modelId="{0EB25208-651A-4F8D-87F9-C55786F06B11}">
      <dsp:nvSpPr>
        <dsp:cNvPr id="0" name=""/>
        <dsp:cNvSpPr/>
      </dsp:nvSpPr>
      <dsp:spPr>
        <a:xfrm>
          <a:off x="0" y="51"/>
          <a:ext cx="4006260" cy="20460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118110" rIns="236220" bIns="118110" numCol="1" spcCol="1270" anchor="ctr" anchorCtr="0">
          <a:noAutofit/>
        </a:bodyPr>
        <a:lstStyle/>
        <a:p>
          <a:pPr marL="0" lvl="0" indent="0" algn="ctr" defTabSz="2755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Recorder </a:t>
          </a:r>
          <a:endParaRPr lang="en-IN" sz="6200" kern="1200"/>
        </a:p>
      </dsp:txBody>
      <dsp:txXfrm>
        <a:off x="99881" y="99932"/>
        <a:ext cx="3806498" cy="1846312"/>
      </dsp:txXfrm>
    </dsp:sp>
    <dsp:sp modelId="{A1247FF8-DF02-40BC-A223-05E6A78D6FE0}">
      <dsp:nvSpPr>
        <dsp:cNvPr id="0" name=""/>
        <dsp:cNvSpPr/>
      </dsp:nvSpPr>
      <dsp:spPr>
        <a:xfrm rot="5400000">
          <a:off x="6748951" y="-389653"/>
          <a:ext cx="1636859" cy="7122241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This is also referred to as the Robot, other components make it run.</a:t>
          </a:r>
          <a:endParaRPr lang="en-IN" sz="1800" kern="1200" dirty="0"/>
        </a:p>
      </dsp:txBody>
      <dsp:txXfrm rot="-5400000">
        <a:off x="4006261" y="2432942"/>
        <a:ext cx="7042336" cy="1477049"/>
      </dsp:txXfrm>
    </dsp:sp>
    <dsp:sp modelId="{ECB0A863-64A3-4163-AD21-C32F9E16032C}">
      <dsp:nvSpPr>
        <dsp:cNvPr id="0" name=""/>
        <dsp:cNvSpPr/>
      </dsp:nvSpPr>
      <dsp:spPr>
        <a:xfrm>
          <a:off x="0" y="2148429"/>
          <a:ext cx="4006260" cy="20460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118110" rIns="236220" bIns="118110" numCol="1" spcCol="1270" anchor="ctr" anchorCtr="0">
          <a:noAutofit/>
        </a:bodyPr>
        <a:lstStyle/>
        <a:p>
          <a:pPr marL="0" lvl="0" indent="0" algn="ctr" defTabSz="2755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200" kern="1200"/>
            <a:t>Bot runner </a:t>
          </a:r>
          <a:endParaRPr lang="en-IN" sz="6200" kern="1200"/>
        </a:p>
      </dsp:txBody>
      <dsp:txXfrm>
        <a:off x="99881" y="2248310"/>
        <a:ext cx="3806498" cy="184631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D1BDBE-A8AE-4F31-9BC2-3C16A1D147C6}">
      <dsp:nvSpPr>
        <dsp:cNvPr id="0" name=""/>
        <dsp:cNvSpPr/>
      </dsp:nvSpPr>
      <dsp:spPr>
        <a:xfrm rot="5400000">
          <a:off x="5794583" y="-1377627"/>
          <a:ext cx="3456768" cy="70804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used by developers to create Robot configuration or train the Robots. </a:t>
          </a:r>
          <a:endParaRPr lang="en-IN" sz="20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 set of instructions and decision-making logic is coded for Robots to execute. </a:t>
          </a:r>
          <a:endParaRPr lang="en-IN" sz="20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Some platforms </a:t>
          </a:r>
          <a:endParaRPr lang="en-IN" sz="2000" kern="1200"/>
        </a:p>
        <a:p>
          <a:pPr marL="457200" lvl="2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provide flow-charting capabilities such as Visio, so it becomes very easy to plot steps in a process, </a:t>
          </a:r>
          <a:endParaRPr lang="en-IN" sz="2000" kern="1200" dirty="0"/>
        </a:p>
        <a:p>
          <a:pPr marL="457200" lvl="2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whereas some other platforms require coding. </a:t>
          </a:r>
          <a:endParaRPr lang="en-IN" sz="2000" kern="1200"/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For commercial development, developers need knowledge of programming </a:t>
          </a:r>
          <a:endParaRPr lang="en-IN" sz="2000" kern="1200"/>
        </a:p>
        <a:p>
          <a:pPr marL="457200" lvl="2" indent="-228600" algn="l" defTabSz="8890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for example, loops, if else, variable assignment, and so on</a:t>
          </a:r>
          <a:endParaRPr lang="en-IN" sz="2000" kern="1200"/>
        </a:p>
      </dsp:txBody>
      <dsp:txXfrm rot="-5400000">
        <a:off x="3982747" y="602955"/>
        <a:ext cx="6911694" cy="3119276"/>
      </dsp:txXfrm>
    </dsp:sp>
    <dsp:sp modelId="{76F09910-1F4A-4C38-AFB8-C58914230941}">
      <dsp:nvSpPr>
        <dsp:cNvPr id="0" name=""/>
        <dsp:cNvSpPr/>
      </dsp:nvSpPr>
      <dsp:spPr>
        <a:xfrm>
          <a:off x="0" y="2111"/>
          <a:ext cx="3982747" cy="432096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Development studio </a:t>
          </a:r>
          <a:endParaRPr lang="en-IN" sz="4800" kern="1200"/>
        </a:p>
      </dsp:txBody>
      <dsp:txXfrm>
        <a:off x="194422" y="196533"/>
        <a:ext cx="3593903" cy="393211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3094BB-BAB3-4D42-8BCC-9A50A8DA8B42}">
      <dsp:nvSpPr>
        <dsp:cNvPr id="0" name=""/>
        <dsp:cNvSpPr/>
      </dsp:nvSpPr>
      <dsp:spPr>
        <a:xfrm rot="5400000">
          <a:off x="6638573" y="-2490062"/>
          <a:ext cx="1626664" cy="701355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To ease the development and running of bots. </a:t>
          </a:r>
          <a:endParaRPr lang="en-IN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In many applications, such as Java SAP, it is not easy to individually identify controls of the UI through traditional techniques. </a:t>
          </a:r>
          <a:endParaRPr lang="en-IN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RPA vendors have developed plugins and extensions to help with these issues</a:t>
          </a:r>
          <a:endParaRPr lang="en-IN" sz="1800" kern="1200"/>
        </a:p>
      </dsp:txBody>
      <dsp:txXfrm rot="-5400000">
        <a:off x="3945127" y="282791"/>
        <a:ext cx="6934151" cy="1467850"/>
      </dsp:txXfrm>
    </dsp:sp>
    <dsp:sp modelId="{A2DE1C8D-A07F-4090-BDAF-B634E833FF1F}">
      <dsp:nvSpPr>
        <dsp:cNvPr id="0" name=""/>
        <dsp:cNvSpPr/>
      </dsp:nvSpPr>
      <dsp:spPr>
        <a:xfrm>
          <a:off x="0" y="50"/>
          <a:ext cx="3945126" cy="20333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108585" rIns="217170" bIns="108585" numCol="1" spcCol="1270" anchor="ctr" anchorCtr="0">
          <a:noAutofit/>
        </a:bodyPr>
        <a:lstStyle/>
        <a:p>
          <a:pPr marL="0" lvl="0" indent="0" algn="ctr" defTabSz="2533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/>
            <a:t>Extensions and plugins </a:t>
          </a:r>
          <a:endParaRPr lang="en-IN" sz="5700" kern="1200"/>
        </a:p>
      </dsp:txBody>
      <dsp:txXfrm>
        <a:off x="99259" y="99309"/>
        <a:ext cx="3746608" cy="1834812"/>
      </dsp:txXfrm>
    </dsp:sp>
    <dsp:sp modelId="{56ED14B0-721E-43C6-8845-2E9D5CD2B1BA}">
      <dsp:nvSpPr>
        <dsp:cNvPr id="0" name=""/>
        <dsp:cNvSpPr/>
      </dsp:nvSpPr>
      <dsp:spPr>
        <a:xfrm rot="5400000">
          <a:off x="6484121" y="-355065"/>
          <a:ext cx="1935568" cy="701355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to provide Robot management capabilities. </a:t>
          </a:r>
          <a:endParaRPr lang="en-IN" sz="1800" kern="1200" dirty="0"/>
        </a:p>
        <a:p>
          <a:pPr marL="342900" lvl="2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It monitors and controls a Robot's operation in a network. </a:t>
          </a:r>
          <a:endParaRPr lang="en-IN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to start/stop Robots, </a:t>
          </a:r>
          <a:endParaRPr lang="en-IN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make schedules for them, </a:t>
          </a:r>
          <a:endParaRPr lang="en-IN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maintain and publish code, </a:t>
          </a:r>
          <a:endParaRPr lang="en-IN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redeploy Robots to different tasks, and </a:t>
          </a:r>
          <a:endParaRPr lang="en-IN" sz="1800" kern="1200"/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manage licenses and credentials</a:t>
          </a:r>
          <a:endParaRPr lang="en-IN" sz="1800" kern="1200"/>
        </a:p>
      </dsp:txBody>
      <dsp:txXfrm rot="-5400000">
        <a:off x="3945127" y="2278416"/>
        <a:ext cx="6919071" cy="1746594"/>
      </dsp:txXfrm>
    </dsp:sp>
    <dsp:sp modelId="{2E0B5AE3-366B-4AF1-9F17-ADBD794FD7BF}">
      <dsp:nvSpPr>
        <dsp:cNvPr id="0" name=""/>
        <dsp:cNvSpPr/>
      </dsp:nvSpPr>
      <dsp:spPr>
        <a:xfrm>
          <a:off x="0" y="2135048"/>
          <a:ext cx="3945126" cy="20333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108585" rIns="217170" bIns="108585" numCol="1" spcCol="1270" anchor="ctr" anchorCtr="0">
          <a:noAutofit/>
        </a:bodyPr>
        <a:lstStyle/>
        <a:p>
          <a:pPr marL="0" lvl="0" indent="0" algn="ctr" defTabSz="2533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700" kern="1200"/>
            <a:t>Control center</a:t>
          </a:r>
          <a:endParaRPr lang="en-IN" sz="5700" kern="1200"/>
        </a:p>
      </dsp:txBody>
      <dsp:txXfrm>
        <a:off x="99259" y="2234307"/>
        <a:ext cx="3746608" cy="18348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78ABE3C1-DBE1-495D-B57B-2849774B866A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4257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13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8272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493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628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680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651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891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689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23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060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1045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35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780382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9DEC-419B-4CC5-A080-3B06BD5A8291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80791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8781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8E61D-D431-422C-9764-11DAFE33AB63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33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D6E9DEC-419B-4CC5-A080-3B06BD5A8291}" type="datetimeFigureOut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906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UNIT - I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4150539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What is Robotic Process Automation?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our daily life, there is automation and automation everywhere.</a:t>
            </a:r>
          </a:p>
          <a:p>
            <a:r>
              <a:rPr lang="en-US" dirty="0" err="1"/>
              <a:t>Eg</a:t>
            </a:r>
            <a:r>
              <a:rPr lang="en-US" dirty="0"/>
              <a:t>: Washing machines, microwave oven, auto pilot modes, auto taxi,</a:t>
            </a:r>
          </a:p>
          <a:p>
            <a:r>
              <a:rPr lang="en-US" dirty="0"/>
              <a:t>Nestle using robots to sell…</a:t>
            </a:r>
          </a:p>
          <a:p>
            <a:r>
              <a:rPr lang="en-US" dirty="0"/>
              <a:t>Walmart testing drones to deliver products</a:t>
            </a:r>
          </a:p>
          <a:p>
            <a:r>
              <a:rPr lang="en-US" dirty="0"/>
              <a:t>Bank checks being sorted using OCR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468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Automation – autos (self) + </a:t>
            </a:r>
            <a:r>
              <a:rPr lang="en-US" dirty="0" err="1"/>
              <a:t>montos</a:t>
            </a:r>
            <a:r>
              <a:rPr lang="en-US" dirty="0"/>
              <a:t> (moving)</a:t>
            </a:r>
          </a:p>
          <a:p>
            <a:r>
              <a:rPr lang="en-US" dirty="0"/>
              <a:t>Coined in 1940 by ford Motor Company</a:t>
            </a:r>
          </a:p>
          <a:p>
            <a:r>
              <a:rPr lang="en-US" dirty="0"/>
              <a:t>Automation is technology that deals with the application of machines and computers to the production of goods and services.</a:t>
            </a:r>
          </a:p>
          <a:p>
            <a:r>
              <a:rPr lang="en-US" dirty="0"/>
              <a:t>This helps in getting work done with little or no human assistance</a:t>
            </a:r>
          </a:p>
          <a:p>
            <a:r>
              <a:rPr lang="en-US" dirty="0"/>
              <a:t>many software systems were developed to accomplish tasks that were previously done on paper to manage businesses, or not being done at all due to the lack of tools.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5419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Vs Software Development</a:t>
            </a:r>
            <a:endParaRPr lang="en-IN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4407509"/>
              </p:ext>
            </p:extLst>
          </p:nvPr>
        </p:nvGraphicFramePr>
        <p:xfrm>
          <a:off x="1295400" y="2557463"/>
          <a:ext cx="9601200" cy="3317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387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811" y="2697480"/>
            <a:ext cx="8990112" cy="2593301"/>
          </a:xfrm>
        </p:spPr>
      </p:pic>
    </p:spTree>
    <p:extLst>
      <p:ext uri="{BB962C8B-B14F-4D97-AF65-F5344CB8AC3E}">
        <p14:creationId xmlns:p14="http://schemas.microsoft.com/office/powerpoint/2010/main" val="2646723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should be automated?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4038655"/>
              </p:ext>
            </p:extLst>
          </p:nvPr>
        </p:nvGraphicFramePr>
        <p:xfrm>
          <a:off x="1295400" y="2557463"/>
          <a:ext cx="9601200" cy="3317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1472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can be automated?(</a:t>
            </a:r>
            <a:r>
              <a:rPr lang="en-IN" dirty="0" err="1"/>
              <a:t>Charateristics</a:t>
            </a:r>
            <a:r>
              <a:rPr lang="en-IN" dirty="0"/>
              <a:t>)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0713154"/>
              </p:ext>
            </p:extLst>
          </p:nvPr>
        </p:nvGraphicFramePr>
        <p:xfrm>
          <a:off x="1295400" y="2557463"/>
          <a:ext cx="9601200" cy="3317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9583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Techniques of automation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4048485"/>
              </p:ext>
            </p:extLst>
          </p:nvPr>
        </p:nvGraphicFramePr>
        <p:xfrm>
          <a:off x="1295400" y="2285999"/>
          <a:ext cx="9601200" cy="38735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5403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0828750"/>
              </p:ext>
            </p:extLst>
          </p:nvPr>
        </p:nvGraphicFramePr>
        <p:xfrm>
          <a:off x="1295400" y="2557463"/>
          <a:ext cx="9601200" cy="3317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2393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3306476"/>
              </p:ext>
            </p:extLst>
          </p:nvPr>
        </p:nvGraphicFramePr>
        <p:xfrm>
          <a:off x="1295400" y="2557463"/>
          <a:ext cx="9601200" cy="3317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2641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Robotic process automation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1503460"/>
              </p:ext>
            </p:extLst>
          </p:nvPr>
        </p:nvGraphicFramePr>
        <p:xfrm>
          <a:off x="1295400" y="2557463"/>
          <a:ext cx="9601200" cy="3317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39784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7347242"/>
              </p:ext>
            </p:extLst>
          </p:nvPr>
        </p:nvGraphicFramePr>
        <p:xfrm>
          <a:off x="1295400" y="2557463"/>
          <a:ext cx="9601200" cy="3317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8464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1617670"/>
              </p:ext>
            </p:extLst>
          </p:nvPr>
        </p:nvGraphicFramePr>
        <p:xfrm>
          <a:off x="1295400" y="2557463"/>
          <a:ext cx="9601200" cy="3317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9955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RPA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process outsourcing (BPO):</a:t>
            </a:r>
          </a:p>
          <a:p>
            <a:pPr lvl="1"/>
            <a:r>
              <a:rPr lang="en-US" dirty="0"/>
              <a:t> With RPA and its benefits of reduced costs, the BPO sector can now depend less on outsourced labor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6183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4490" y="2557463"/>
            <a:ext cx="7003019" cy="3317875"/>
          </a:xfrm>
        </p:spPr>
      </p:pic>
    </p:spTree>
    <p:extLst>
      <p:ext uri="{BB962C8B-B14F-4D97-AF65-F5344CB8AC3E}">
        <p14:creationId xmlns:p14="http://schemas.microsoft.com/office/powerpoint/2010/main" val="3617490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5254" y="2557463"/>
            <a:ext cx="6541492" cy="3317875"/>
          </a:xfrm>
        </p:spPr>
      </p:pic>
    </p:spTree>
    <p:extLst>
      <p:ext uri="{BB962C8B-B14F-4D97-AF65-F5344CB8AC3E}">
        <p14:creationId xmlns:p14="http://schemas.microsoft.com/office/powerpoint/2010/main" val="2520345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5542" y="2557463"/>
            <a:ext cx="6320915" cy="3317875"/>
          </a:xfrm>
        </p:spPr>
      </p:pic>
    </p:spTree>
    <p:extLst>
      <p:ext uri="{BB962C8B-B14F-4D97-AF65-F5344CB8AC3E}">
        <p14:creationId xmlns:p14="http://schemas.microsoft.com/office/powerpoint/2010/main" val="513765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551" y="2557463"/>
            <a:ext cx="6096898" cy="3317875"/>
          </a:xfrm>
        </p:spPr>
      </p:pic>
    </p:spTree>
    <p:extLst>
      <p:ext uri="{BB962C8B-B14F-4D97-AF65-F5344CB8AC3E}">
        <p14:creationId xmlns:p14="http://schemas.microsoft.com/office/powerpoint/2010/main" val="2575617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269" y="2557463"/>
            <a:ext cx="6767461" cy="3317875"/>
          </a:xfrm>
        </p:spPr>
      </p:pic>
    </p:spTree>
    <p:extLst>
      <p:ext uri="{BB962C8B-B14F-4D97-AF65-F5344CB8AC3E}">
        <p14:creationId xmlns:p14="http://schemas.microsoft.com/office/powerpoint/2010/main" val="3270884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386" y="2557463"/>
            <a:ext cx="6667228" cy="3317875"/>
          </a:xfrm>
        </p:spPr>
      </p:pic>
    </p:spTree>
    <p:extLst>
      <p:ext uri="{BB962C8B-B14F-4D97-AF65-F5344CB8AC3E}">
        <p14:creationId xmlns:p14="http://schemas.microsoft.com/office/powerpoint/2010/main" val="3015065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RPA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19" y="2422216"/>
            <a:ext cx="5158777" cy="390717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Higher quality services, greater accuracy</a:t>
            </a:r>
          </a:p>
          <a:p>
            <a:r>
              <a:rPr lang="en-IN" dirty="0"/>
              <a:t>Improved analytics</a:t>
            </a:r>
          </a:p>
          <a:p>
            <a:r>
              <a:rPr lang="en-IN" dirty="0"/>
              <a:t>Reduced costs</a:t>
            </a:r>
          </a:p>
          <a:p>
            <a:r>
              <a:rPr lang="en-IN" dirty="0"/>
              <a:t>Increased speed</a:t>
            </a:r>
          </a:p>
          <a:p>
            <a:r>
              <a:rPr lang="en-US" dirty="0"/>
              <a:t>Greater Compliance</a:t>
            </a:r>
          </a:p>
          <a:p>
            <a:r>
              <a:rPr lang="en-US" dirty="0"/>
              <a:t>Agility</a:t>
            </a:r>
          </a:p>
          <a:p>
            <a:r>
              <a:rPr lang="en-US" dirty="0"/>
              <a:t>Comprehensive insights</a:t>
            </a:r>
          </a:p>
          <a:p>
            <a:r>
              <a:rPr lang="en-US" dirty="0"/>
              <a:t>Versatility (from small to large businesses, simple to complex processes)</a:t>
            </a:r>
          </a:p>
          <a:p>
            <a:r>
              <a:rPr lang="en-US" dirty="0"/>
              <a:t>Simplicity</a:t>
            </a:r>
            <a:endParaRPr lang="en-IN" dirty="0"/>
          </a:p>
          <a:p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6454" y="2424321"/>
            <a:ext cx="5470117" cy="390717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Scalability</a:t>
            </a:r>
          </a:p>
          <a:p>
            <a:r>
              <a:rPr lang="en-US" dirty="0"/>
              <a:t>Time Saving</a:t>
            </a:r>
          </a:p>
          <a:p>
            <a:r>
              <a:rPr lang="en-US" dirty="0"/>
              <a:t>Non invasive</a:t>
            </a:r>
          </a:p>
          <a:p>
            <a:r>
              <a:rPr lang="en-US" dirty="0"/>
              <a:t>Better Management</a:t>
            </a:r>
          </a:p>
          <a:p>
            <a:r>
              <a:rPr lang="en-US" dirty="0"/>
              <a:t>Better Customer Service</a:t>
            </a:r>
          </a:p>
          <a:p>
            <a:r>
              <a:rPr lang="en-US" dirty="0"/>
              <a:t>Increased employee satisfaction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2352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77824" y="792480"/>
            <a:ext cx="10018773" cy="5083388"/>
          </a:xfrm>
          <a:solidFill>
            <a:schemeClr val="bg1"/>
          </a:solidFill>
        </p:spPr>
        <p:txBody>
          <a:bodyPr>
            <a:normAutofit fontScale="85000" lnSpcReduction="10000"/>
          </a:bodyPr>
          <a:lstStyle/>
          <a:p>
            <a:r>
              <a:rPr lang="en-US" sz="2800" dirty="0"/>
              <a:t>Improved analytics</a:t>
            </a:r>
          </a:p>
          <a:p>
            <a:pPr lvl="1"/>
            <a:r>
              <a:rPr lang="en-US" sz="2400" dirty="0"/>
              <a:t>Since these software Robots can log each action taken with the appropriate tag and metadata</a:t>
            </a:r>
          </a:p>
          <a:p>
            <a:pPr lvl="1"/>
            <a:r>
              <a:rPr lang="en-US" sz="2400" dirty="0"/>
              <a:t>it is very easy to get business insights and other analytical data</a:t>
            </a:r>
          </a:p>
          <a:p>
            <a:r>
              <a:rPr lang="en-US" sz="2800" dirty="0"/>
              <a:t>Greater compliance</a:t>
            </a:r>
          </a:p>
          <a:p>
            <a:pPr lvl="1"/>
            <a:r>
              <a:rPr lang="en-US" sz="2400" dirty="0"/>
              <a:t>a full audit trail is one of the highlights of RPA and can result in greater compliance.</a:t>
            </a:r>
          </a:p>
          <a:p>
            <a:pPr lvl="1"/>
            <a:r>
              <a:rPr lang="en-US" sz="2400" dirty="0"/>
              <a:t> These Robots do not deviate from the defined set of steps to be taken while doing a task</a:t>
            </a:r>
          </a:p>
          <a:p>
            <a:r>
              <a:rPr lang="en-US" sz="2800" dirty="0"/>
              <a:t>Agility</a:t>
            </a:r>
          </a:p>
          <a:p>
            <a:pPr lvl="1"/>
            <a:r>
              <a:rPr lang="en-US" sz="2400" dirty="0"/>
              <a:t>Reducing and increasing the number of Robot resources requires managing the volume of the business process. </a:t>
            </a:r>
          </a:p>
          <a:p>
            <a:pPr lvl="1"/>
            <a:r>
              <a:rPr lang="en-US" sz="2400" dirty="0"/>
              <a:t>More Robots can be deployed to perform the same task easily. </a:t>
            </a:r>
          </a:p>
          <a:p>
            <a:pPr lvl="1"/>
            <a:r>
              <a:rPr lang="en-US" sz="2400" dirty="0"/>
              <a:t>Redeployment of resources does not require any kind of coding or reconfiguration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44533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831" y="934792"/>
            <a:ext cx="10839377" cy="4403561"/>
          </a:xfrm>
          <a:solidFill>
            <a:schemeClr val="bg1"/>
          </a:solidFill>
        </p:spPr>
        <p:txBody>
          <a:bodyPr>
            <a:normAutofit lnSpcReduction="10000"/>
          </a:bodyPr>
          <a:lstStyle/>
          <a:p>
            <a:r>
              <a:rPr lang="en-US" sz="2800" dirty="0"/>
              <a:t>Comprehensive insights</a:t>
            </a:r>
          </a:p>
          <a:p>
            <a:pPr lvl="1"/>
            <a:r>
              <a:rPr lang="en-US" sz="2400" dirty="0"/>
              <a:t>Robots can tag transactions to use them later, in reports for business insight. </a:t>
            </a:r>
          </a:p>
          <a:p>
            <a:pPr lvl="1"/>
            <a:r>
              <a:rPr lang="en-US" sz="2400" dirty="0"/>
              <a:t>By using these business insights, better decisions can be made for the improvement of the business. </a:t>
            </a:r>
          </a:p>
          <a:p>
            <a:r>
              <a:rPr lang="en-US" sz="2800" dirty="0"/>
              <a:t>Non- invasive</a:t>
            </a:r>
          </a:p>
          <a:p>
            <a:pPr lvl="1"/>
            <a:r>
              <a:rPr lang="en-US" sz="2400" dirty="0"/>
              <a:t>RPA, as we know, works at the user interface just like a human would. </a:t>
            </a:r>
          </a:p>
          <a:p>
            <a:pPr lvl="1"/>
            <a:r>
              <a:rPr lang="en-US" sz="2400" dirty="0"/>
              <a:t>This ensures that it can be implemented without bringing changes to the existing computer systems. </a:t>
            </a:r>
          </a:p>
          <a:p>
            <a:pPr lvl="1"/>
            <a:r>
              <a:rPr lang="en-US" sz="2400" dirty="0"/>
              <a:t>This helps in reducing risks and complexities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762475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RPA can Do?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36872"/>
            <a:ext cx="10919496" cy="403780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Beyond repetitive tasks</a:t>
            </a:r>
          </a:p>
          <a:p>
            <a:r>
              <a:rPr lang="en-US" dirty="0"/>
              <a:t>ability to create full audit trails</a:t>
            </a:r>
          </a:p>
          <a:p>
            <a:pPr lvl="1"/>
            <a:r>
              <a:rPr lang="en-US" sz="1800" dirty="0"/>
              <a:t> improved the quality of work</a:t>
            </a:r>
          </a:p>
          <a:p>
            <a:pPr lvl="1"/>
            <a:r>
              <a:rPr lang="en-US" sz="1800" dirty="0"/>
              <a:t>eliminate human error</a:t>
            </a:r>
          </a:p>
          <a:p>
            <a:pPr lvl="1"/>
            <a:r>
              <a:rPr lang="en-US" sz="1800" dirty="0"/>
              <a:t>Once trained, attains same precision over and over again. </a:t>
            </a:r>
          </a:p>
          <a:p>
            <a:r>
              <a:rPr lang="en-US" dirty="0"/>
              <a:t>can interact with applications irrespective of the technologies on which the applications are built. </a:t>
            </a:r>
          </a:p>
          <a:p>
            <a:pPr lvl="1"/>
            <a:r>
              <a:rPr lang="en-US" sz="1800" dirty="0"/>
              <a:t>They can work with popular ERP applications such as SAP, Oracle, or Microsoft Dynamics, and BPMs such as </a:t>
            </a:r>
            <a:r>
              <a:rPr lang="en-US" sz="1800" dirty="0" err="1"/>
              <a:t>Pega</a:t>
            </a:r>
            <a:r>
              <a:rPr lang="en-US" sz="1800" dirty="0"/>
              <a:t> systems and Appian</a:t>
            </a:r>
          </a:p>
          <a:p>
            <a:pPr lvl="1"/>
            <a:r>
              <a:rPr lang="en-US" sz="1800" dirty="0"/>
              <a:t>Custom applications built on .NET, Java, the command-line, or mainframe terminal are easy</a:t>
            </a:r>
          </a:p>
          <a:p>
            <a:r>
              <a:rPr lang="en-US" dirty="0"/>
              <a:t>inclusion of AI technologies, RPA now has the capability to read from images or scanned documents, and it can interpret unstructured data and formats as </a:t>
            </a:r>
            <a:r>
              <a:rPr lang="en-US" dirty="0" err="1"/>
              <a:t>wel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2546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11572"/>
            <a:ext cx="9601196" cy="1303867"/>
          </a:xfrm>
        </p:spPr>
        <p:txBody>
          <a:bodyPr/>
          <a:lstStyle/>
          <a:p>
            <a:r>
              <a:rPr lang="en-IN" dirty="0"/>
              <a:t>Components of RPA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446" y="1231392"/>
            <a:ext cx="9943042" cy="4791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636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I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6851922"/>
              </p:ext>
            </p:extLst>
          </p:nvPr>
        </p:nvGraphicFramePr>
        <p:xfrm>
          <a:off x="680321" y="2336873"/>
          <a:ext cx="11128502" cy="41945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08894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II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8275094"/>
              </p:ext>
            </p:extLst>
          </p:nvPr>
        </p:nvGraphicFramePr>
        <p:xfrm>
          <a:off x="680321" y="2336872"/>
          <a:ext cx="11063188" cy="43251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20255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III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4094551"/>
              </p:ext>
            </p:extLst>
          </p:nvPr>
        </p:nvGraphicFramePr>
        <p:xfrm>
          <a:off x="680321" y="2336873"/>
          <a:ext cx="10958685" cy="41684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556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RPA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3200" dirty="0"/>
              <a:t>Automation Anywhere</a:t>
            </a:r>
          </a:p>
          <a:p>
            <a:r>
              <a:rPr lang="en-US" sz="3200" dirty="0" err="1"/>
              <a:t>UiPath</a:t>
            </a:r>
            <a:endParaRPr lang="en-US" sz="3200" dirty="0"/>
          </a:p>
          <a:p>
            <a:r>
              <a:rPr lang="en-US" sz="3200" dirty="0"/>
              <a:t>Blue Prism</a:t>
            </a:r>
          </a:p>
          <a:p>
            <a:r>
              <a:rPr lang="en-US" sz="3200" dirty="0" err="1"/>
              <a:t>WorkFusion</a:t>
            </a:r>
            <a:endParaRPr lang="en-US" sz="3200" dirty="0"/>
          </a:p>
          <a:p>
            <a:r>
              <a:rPr lang="en-US" sz="3200" dirty="0" err="1"/>
              <a:t>Thoughtonomy</a:t>
            </a:r>
            <a:endParaRPr lang="en-US" sz="3200" dirty="0"/>
          </a:p>
          <a:p>
            <a:r>
              <a:rPr lang="en-US" sz="3200" dirty="0"/>
              <a:t>KOFAX</a:t>
            </a: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3751845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Automation Anywhere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helps to automate business processes for companies. </a:t>
            </a:r>
          </a:p>
          <a:p>
            <a:r>
              <a:rPr lang="en-US" dirty="0"/>
              <a:t>They focus on RPA, cognitive data (machine learning and natural language processing), and business analytics. </a:t>
            </a:r>
          </a:p>
          <a:p>
            <a:r>
              <a:rPr lang="en-US" dirty="0"/>
              <a:t>Their bots are capable of handling both structured as well as unstructured data. </a:t>
            </a:r>
          </a:p>
          <a:p>
            <a:r>
              <a:rPr lang="en-US" dirty="0"/>
              <a:t>System Components</a:t>
            </a:r>
          </a:p>
          <a:p>
            <a:pPr lvl="1"/>
            <a:r>
              <a:rPr lang="en-US" dirty="0"/>
              <a:t>A development client for the creation of a bot </a:t>
            </a:r>
          </a:p>
          <a:p>
            <a:pPr lvl="1"/>
            <a:r>
              <a:rPr lang="en-US" dirty="0"/>
              <a:t>A runtime environment for the deployment of a bot </a:t>
            </a:r>
          </a:p>
          <a:p>
            <a:pPr lvl="1"/>
            <a:r>
              <a:rPr lang="en-US" dirty="0"/>
              <a:t>A centralized command system for handling multiple bots, analyzing their performance: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3815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Automation Anywhere 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HQ: San Jose, California, </a:t>
            </a:r>
          </a:p>
          <a:p>
            <a:r>
              <a:rPr lang="en-US" dirty="0"/>
              <a:t>USA Est: 2003 </a:t>
            </a:r>
          </a:p>
          <a:p>
            <a:r>
              <a:rPr lang="en-US" dirty="0"/>
              <a:t>CEO: </a:t>
            </a:r>
            <a:r>
              <a:rPr lang="en-US" dirty="0" err="1"/>
              <a:t>Mihir</a:t>
            </a:r>
            <a:r>
              <a:rPr lang="en-US" dirty="0"/>
              <a:t> Shukla </a:t>
            </a:r>
          </a:p>
          <a:p>
            <a:r>
              <a:rPr lang="en-US" dirty="0"/>
              <a:t>Some key clients: Deloitte, Accenture, AT&amp;T, GM, J P Morgan </a:t>
            </a:r>
          </a:p>
          <a:p>
            <a:r>
              <a:rPr lang="en-US" dirty="0"/>
              <a:t>Source of revenue by region: Its highest source of revenue is the USA, which accounts for more than half its revenue, followed by APAC, then UK and continental Europe </a:t>
            </a:r>
          </a:p>
          <a:p>
            <a:r>
              <a:rPr lang="en-US" dirty="0"/>
              <a:t>Source of revenue by industry: The Banking, Financial services, and Insurance (BFSI), healthcare, telecom, media, and other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26894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UiPath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designs and delivers software that helps automate businesses</a:t>
            </a:r>
          </a:p>
          <a:p>
            <a:r>
              <a:rPr lang="en-US" dirty="0"/>
              <a:t>System Components: </a:t>
            </a:r>
          </a:p>
          <a:p>
            <a:pPr lvl="1"/>
            <a:r>
              <a:rPr lang="en-US" dirty="0" err="1"/>
              <a:t>UiPath</a:t>
            </a:r>
            <a:r>
              <a:rPr lang="en-US" dirty="0"/>
              <a:t> Studio to design the processes </a:t>
            </a:r>
          </a:p>
          <a:p>
            <a:pPr lvl="1"/>
            <a:r>
              <a:rPr lang="en-US" dirty="0" err="1"/>
              <a:t>UiPath</a:t>
            </a:r>
            <a:r>
              <a:rPr lang="en-US" dirty="0"/>
              <a:t> Robot to automate tasks designed in </a:t>
            </a:r>
            <a:r>
              <a:rPr lang="en-US" dirty="0" err="1"/>
              <a:t>UiPath</a:t>
            </a:r>
            <a:r>
              <a:rPr lang="en-US" dirty="0"/>
              <a:t> Studio </a:t>
            </a:r>
          </a:p>
          <a:p>
            <a:pPr lvl="1"/>
            <a:r>
              <a:rPr lang="en-US" dirty="0" err="1"/>
              <a:t>UiPath</a:t>
            </a:r>
            <a:r>
              <a:rPr lang="en-US" dirty="0"/>
              <a:t> Orchestrator to run and manage the processes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50499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HQ: Bucharest, Romania </a:t>
            </a:r>
          </a:p>
          <a:p>
            <a:r>
              <a:rPr lang="en-IN" dirty="0"/>
              <a:t>CEO: Daniel Dines </a:t>
            </a:r>
          </a:p>
          <a:p>
            <a:r>
              <a:rPr lang="en-IN" dirty="0"/>
              <a:t>Key Clients: Atos, AXA, BBC, </a:t>
            </a:r>
            <a:r>
              <a:rPr lang="en-IN" dirty="0" err="1"/>
              <a:t>Capgemini</a:t>
            </a:r>
            <a:r>
              <a:rPr lang="en-IN" dirty="0"/>
              <a:t>, CenturyLink, Cognizant, </a:t>
            </a:r>
            <a:r>
              <a:rPr lang="en-IN" dirty="0" err="1"/>
              <a:t>Middlesea</a:t>
            </a:r>
            <a:r>
              <a:rPr lang="en-IN" dirty="0"/>
              <a:t>, </a:t>
            </a:r>
            <a:r>
              <a:rPr lang="en-IN" dirty="0" err="1"/>
              <a:t>OpusCapita</a:t>
            </a:r>
            <a:r>
              <a:rPr lang="en-IN" dirty="0"/>
              <a:t>, and SAP </a:t>
            </a:r>
          </a:p>
          <a:p>
            <a:r>
              <a:rPr lang="en-IN" dirty="0"/>
              <a:t>Source of revenue by region: North America, Continental Europe, the UK, and APAC </a:t>
            </a:r>
          </a:p>
          <a:p>
            <a:r>
              <a:rPr lang="en-IN" dirty="0"/>
              <a:t>Source of revenue by industry: BFSI, healthcare, telecom and media, and retail</a:t>
            </a:r>
          </a:p>
        </p:txBody>
      </p:sp>
    </p:spTree>
    <p:extLst>
      <p:ext uri="{BB962C8B-B14F-4D97-AF65-F5344CB8AC3E}">
        <p14:creationId xmlns:p14="http://schemas.microsoft.com/office/powerpoint/2010/main" val="11947991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Blue Prism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automation that enterprises can use according to their needs. </a:t>
            </a:r>
          </a:p>
          <a:p>
            <a:r>
              <a:rPr lang="en-US" dirty="0"/>
              <a:t>Blue Prism aims to do this by providing automation that is scalable, configurable, and centrally managed. </a:t>
            </a:r>
          </a:p>
          <a:p>
            <a:r>
              <a:rPr lang="en-US" dirty="0"/>
              <a:t>It sells its software through its partners, some of which are Accenture, </a:t>
            </a:r>
            <a:r>
              <a:rPr lang="en-US" dirty="0" err="1"/>
              <a:t>Capgemini</a:t>
            </a:r>
            <a:r>
              <a:rPr lang="en-US" dirty="0"/>
              <a:t>, Deloitte, Digital Workforce Nordic, HPE, HCL, IBM, TCS, Tech Mahindra, </a:t>
            </a:r>
            <a:r>
              <a:rPr lang="en-US" dirty="0" err="1"/>
              <a:t>Thoughtonomy</a:t>
            </a:r>
            <a:r>
              <a:rPr lang="en-US" dirty="0"/>
              <a:t>, and Wipro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4248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HQ: United Kingdom </a:t>
            </a:r>
          </a:p>
          <a:p>
            <a:r>
              <a:rPr lang="en-US" dirty="0"/>
              <a:t>Est: 2001 </a:t>
            </a:r>
          </a:p>
          <a:p>
            <a:r>
              <a:rPr lang="en-US" dirty="0"/>
              <a:t>CEO: Alastair Bathgate </a:t>
            </a:r>
          </a:p>
          <a:p>
            <a:r>
              <a:rPr lang="en-US" dirty="0"/>
              <a:t>Key Clients: BNY Mellon, RWE </a:t>
            </a:r>
            <a:r>
              <a:rPr lang="en-US" dirty="0" err="1"/>
              <a:t>npower</a:t>
            </a:r>
            <a:r>
              <a:rPr lang="en-US" dirty="0"/>
              <a:t>, and Telefonica O2 </a:t>
            </a:r>
          </a:p>
          <a:p>
            <a:r>
              <a:rPr lang="en-US" dirty="0"/>
              <a:t>Source of revenue by region: More than half of its revenue source comes from the UK, followed by North America, Continental Europe, and APAC </a:t>
            </a:r>
          </a:p>
          <a:p>
            <a:r>
              <a:rPr lang="en-US" dirty="0"/>
              <a:t>Source of revenue by industry: BFSI, health, and pharmaceuticals, retail and consumer, telecom and media, manufacturing, public sector, travel, and transportation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6818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WorkFusion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based on RPA and machine learning. </a:t>
            </a:r>
          </a:p>
          <a:p>
            <a:r>
              <a:rPr lang="en-US" dirty="0"/>
              <a:t>It delivers software for automating high volume data.</a:t>
            </a:r>
          </a:p>
          <a:p>
            <a:r>
              <a:rPr lang="en-US" dirty="0"/>
              <a:t>enables man and machine to work in tandem while managing, optimizing, or automating tasks.</a:t>
            </a:r>
          </a:p>
          <a:p>
            <a:r>
              <a:rPr lang="en-US" dirty="0"/>
              <a:t>HQ: New York, </a:t>
            </a:r>
          </a:p>
          <a:p>
            <a:r>
              <a:rPr lang="en-US" dirty="0"/>
              <a:t>USA Est: 2011 CEO: Max </a:t>
            </a:r>
            <a:r>
              <a:rPr lang="en-US" dirty="0" err="1"/>
              <a:t>Yangkelivich</a:t>
            </a:r>
            <a:r>
              <a:rPr lang="en-US" dirty="0"/>
              <a:t>, Andrew </a:t>
            </a:r>
            <a:r>
              <a:rPr lang="en-US" dirty="0" err="1"/>
              <a:t>Volkov</a:t>
            </a:r>
            <a:r>
              <a:rPr lang="en-US" dirty="0"/>
              <a:t> </a:t>
            </a:r>
          </a:p>
          <a:p>
            <a:r>
              <a:rPr lang="en-US" dirty="0"/>
              <a:t>Key Clients: Thomson Reuters, </a:t>
            </a:r>
            <a:r>
              <a:rPr lang="en-US" dirty="0" err="1"/>
              <a:t>Infogroup</a:t>
            </a:r>
            <a:r>
              <a:rPr lang="en-US" dirty="0"/>
              <a:t>, Citi, and Standard Bank </a:t>
            </a:r>
          </a:p>
          <a:p>
            <a:r>
              <a:rPr lang="en-US" dirty="0"/>
              <a:t>Source of revenue by region: North America provides more than 80% of </a:t>
            </a:r>
            <a:r>
              <a:rPr lang="en-US" dirty="0" err="1"/>
              <a:t>WorkFusion's</a:t>
            </a:r>
            <a:r>
              <a:rPr lang="en-US" dirty="0"/>
              <a:t> revenue, followed by Europe, APAC, and MEA </a:t>
            </a:r>
          </a:p>
          <a:p>
            <a:r>
              <a:rPr lang="en-US" dirty="0"/>
              <a:t>Source of revenue by industry: Around 90% of its revenue comes from the BFSI sector, followed by the retail and consumer sectors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91873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Thoughtonomy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delivers software that helps automate business and IT processes. </a:t>
            </a:r>
          </a:p>
          <a:p>
            <a:r>
              <a:rPr lang="en-US" dirty="0"/>
              <a:t>It uses Blue Prism and other automation software and customizes it: </a:t>
            </a:r>
          </a:p>
          <a:p>
            <a:r>
              <a:rPr lang="en-US" dirty="0"/>
              <a:t>HQ: London, UK Est: 2013 CEO: Terry </a:t>
            </a:r>
            <a:r>
              <a:rPr lang="en-US" dirty="0" err="1"/>
              <a:t>Walby</a:t>
            </a:r>
            <a:r>
              <a:rPr lang="en-US" dirty="0"/>
              <a:t> </a:t>
            </a:r>
          </a:p>
          <a:p>
            <a:r>
              <a:rPr lang="en-US" dirty="0"/>
              <a:t>Key Clients: Atos, Fujitsu, CGI, Unite BT, and Business Systems </a:t>
            </a:r>
          </a:p>
          <a:p>
            <a:r>
              <a:rPr lang="en-US" dirty="0"/>
              <a:t>Sources of Revenue by region: Around 70% of revenue comes solely from the UK. The rest comes from Continental Europe, North America, APAC, and the Middle East and Africa (MEA) </a:t>
            </a:r>
          </a:p>
          <a:p>
            <a:r>
              <a:rPr lang="en-US" dirty="0"/>
              <a:t>Sources of Revenue by industry: A major part of its revenue comes from third party clients, followed by BFSI, public sector, telecom, healthcare, retail, and consumer sectors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6969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KOFAX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capable of automating and delivering processes that are repetitive and rule-based. </a:t>
            </a:r>
          </a:p>
          <a:p>
            <a:r>
              <a:rPr lang="en-US" dirty="0"/>
              <a:t>It uses Robots for extracting and consolidating information. </a:t>
            </a:r>
          </a:p>
          <a:p>
            <a:r>
              <a:rPr lang="en-US" dirty="0"/>
              <a:t>The software platform consists of a management console to deploy and manage bots, Robot performance, and a monitoring system. </a:t>
            </a:r>
          </a:p>
          <a:p>
            <a:r>
              <a:rPr lang="en-US" dirty="0"/>
              <a:t>This software can also group together high priority tasks that should be completed first by the Robot during times of high workload. </a:t>
            </a:r>
          </a:p>
          <a:p>
            <a:r>
              <a:rPr lang="en-US" dirty="0" err="1"/>
              <a:t>Kofax's</a:t>
            </a:r>
            <a:r>
              <a:rPr lang="en-US" dirty="0"/>
              <a:t> software, however, doesn't have machine learning: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07827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HQ: Irvine, California </a:t>
            </a:r>
          </a:p>
          <a:p>
            <a:r>
              <a:rPr lang="en-US" dirty="0"/>
              <a:t>CEO: Paul </a:t>
            </a:r>
            <a:r>
              <a:rPr lang="en-US" dirty="0" err="1"/>
              <a:t>Rooke</a:t>
            </a:r>
            <a:r>
              <a:rPr lang="en-US" dirty="0"/>
              <a:t> </a:t>
            </a:r>
          </a:p>
          <a:p>
            <a:r>
              <a:rPr lang="en-US" dirty="0"/>
              <a:t>Key Clients: Arrow Electronics, Delta Dental of Colorado, Pitt Ohio, Audi </a:t>
            </a:r>
          </a:p>
          <a:p>
            <a:r>
              <a:rPr lang="en-US" dirty="0"/>
              <a:t>Sources of revenue by region: North America accounts for almost half of its revenue, followed by Continental Europe, APAC, and LATAM (Latin America) </a:t>
            </a:r>
          </a:p>
          <a:p>
            <a:r>
              <a:rPr lang="en-US" dirty="0"/>
              <a:t>Sources of revenue by industry: BFSI, retail, consumer, travel, transportation, public sector, manufacturing, and healthcare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2777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UiPath</a:t>
            </a:r>
            <a:r>
              <a:rPr lang="en-US" dirty="0"/>
              <a:t> Studio </a:t>
            </a:r>
          </a:p>
          <a:p>
            <a:pPr lvl="1"/>
            <a:r>
              <a:rPr lang="en-US" dirty="0"/>
              <a:t>helps users with no coding skills to design Robotic processes in a visual interface. </a:t>
            </a:r>
          </a:p>
          <a:p>
            <a:pPr lvl="1"/>
            <a:r>
              <a:rPr lang="en-US" dirty="0"/>
              <a:t>It is a flowchart-based modeling tool. Thus, automation is faster and more convenient.</a:t>
            </a:r>
          </a:p>
          <a:p>
            <a:pPr lvl="1"/>
            <a:r>
              <a:rPr lang="en-US" dirty="0"/>
              <a:t>Multiple people can contribute to the same workflow. </a:t>
            </a:r>
          </a:p>
          <a:p>
            <a:pPr lvl="1"/>
            <a:r>
              <a:rPr lang="en-US" dirty="0"/>
              <a:t>The presence of a visual signal that points out errors in the model, and </a:t>
            </a:r>
          </a:p>
          <a:p>
            <a:pPr lvl="1"/>
            <a:r>
              <a:rPr lang="en-US" dirty="0"/>
              <a:t>a recorder that performs what the user executes, make modeling much easier. </a:t>
            </a:r>
          </a:p>
        </p:txBody>
      </p:sp>
    </p:spTree>
    <p:extLst>
      <p:ext uri="{BB962C8B-B14F-4D97-AF65-F5344CB8AC3E}">
        <p14:creationId xmlns:p14="http://schemas.microsoft.com/office/powerpoint/2010/main" val="29550658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UiPath</a:t>
            </a:r>
            <a:r>
              <a:rPr lang="en-US" dirty="0"/>
              <a:t> Robot </a:t>
            </a:r>
          </a:p>
          <a:p>
            <a:pPr lvl="1"/>
            <a:r>
              <a:rPr lang="en-US" dirty="0" err="1"/>
              <a:t>UiPath</a:t>
            </a:r>
            <a:r>
              <a:rPr lang="en-US" dirty="0"/>
              <a:t> Robot runs the processes designed in </a:t>
            </a:r>
            <a:r>
              <a:rPr lang="en-US" dirty="0" err="1"/>
              <a:t>UiPath</a:t>
            </a:r>
            <a:r>
              <a:rPr lang="en-US" dirty="0"/>
              <a:t> Studio. </a:t>
            </a:r>
          </a:p>
          <a:p>
            <a:pPr lvl="1"/>
            <a:r>
              <a:rPr lang="en-US" dirty="0"/>
              <a:t>It works in both attended (working only on human trigger) and unattended environments (self-trigger and work on their own). </a:t>
            </a:r>
          </a:p>
          <a:p>
            <a:r>
              <a:rPr lang="en-US" dirty="0" err="1"/>
              <a:t>UiPath</a:t>
            </a:r>
            <a:r>
              <a:rPr lang="en-US" dirty="0"/>
              <a:t> Orchestrator </a:t>
            </a:r>
          </a:p>
          <a:p>
            <a:pPr lvl="1"/>
            <a:r>
              <a:rPr lang="en-US" dirty="0" err="1"/>
              <a:t>UiPath</a:t>
            </a:r>
            <a:r>
              <a:rPr lang="en-US" dirty="0"/>
              <a:t> Orchestrator is a web-based platform that runs and manages Robots. </a:t>
            </a:r>
          </a:p>
          <a:p>
            <a:pPr lvl="1"/>
            <a:r>
              <a:rPr lang="en-US" dirty="0"/>
              <a:t>It is capable of deploying multiple Robots, and monitoring and inspecting their activities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61112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</TotalTime>
  <Words>2498</Words>
  <Application>Microsoft Office PowerPoint</Application>
  <PresentationFormat>Widescreen</PresentationFormat>
  <Paragraphs>234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Garamond</vt:lpstr>
      <vt:lpstr>Organic</vt:lpstr>
      <vt:lpstr>UNIT - I</vt:lpstr>
      <vt:lpstr>  What is Robotic Process Automation?</vt:lpstr>
      <vt:lpstr>PowerPoint Presentation</vt:lpstr>
      <vt:lpstr>Automation Vs Software Development</vt:lpstr>
      <vt:lpstr>PowerPoint Presentation</vt:lpstr>
      <vt:lpstr>What should be automated?</vt:lpstr>
      <vt:lpstr>What can be automated?(Charateristics)</vt:lpstr>
      <vt:lpstr>Techniques of automation</vt:lpstr>
      <vt:lpstr>PowerPoint Presentation</vt:lpstr>
      <vt:lpstr>PowerPoint Presentation</vt:lpstr>
      <vt:lpstr>Robotic process automation</vt:lpstr>
      <vt:lpstr>PowerPoint Presentation</vt:lpstr>
      <vt:lpstr>PowerPoint Presentation</vt:lpstr>
      <vt:lpstr>Benefits of RPA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Benefits of RPA</vt:lpstr>
      <vt:lpstr>PowerPoint Presentation</vt:lpstr>
      <vt:lpstr>PowerPoint Presentation</vt:lpstr>
      <vt:lpstr>What RPA can Do?</vt:lpstr>
      <vt:lpstr>Components of RPA</vt:lpstr>
      <vt:lpstr>Components I</vt:lpstr>
      <vt:lpstr>Components II</vt:lpstr>
      <vt:lpstr>Components III</vt:lpstr>
      <vt:lpstr>RPA platforms</vt:lpstr>
      <vt:lpstr>Automation Anywhere</vt:lpstr>
      <vt:lpstr>Automation Anywhere II</vt:lpstr>
      <vt:lpstr>UiPath</vt:lpstr>
      <vt:lpstr>PowerPoint Presentation</vt:lpstr>
      <vt:lpstr>Blue Prism</vt:lpstr>
      <vt:lpstr>PowerPoint Presentation</vt:lpstr>
      <vt:lpstr>WorkFusion</vt:lpstr>
      <vt:lpstr>Thoughtonomy</vt:lpstr>
      <vt:lpstr>KOFAX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Robotic Process Automation</dc:title>
  <dc:creator>Sreeadhya</dc:creator>
  <cp:lastModifiedBy>R Sarath Babu</cp:lastModifiedBy>
  <cp:revision>31</cp:revision>
  <dcterms:created xsi:type="dcterms:W3CDTF">2022-04-19T04:59:17Z</dcterms:created>
  <dcterms:modified xsi:type="dcterms:W3CDTF">2025-07-24T03:17:19Z</dcterms:modified>
</cp:coreProperties>
</file>