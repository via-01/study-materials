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84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66" d="100"/>
          <a:sy n="66" d="100"/>
        </p:scale>
        <p:origin x="816"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0" y="761999"/>
            <a:ext cx="9141619"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70263" y="761999"/>
            <a:ext cx="2925318" cy="5334001"/>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69848" y="1298448"/>
            <a:ext cx="7315200" cy="3255264"/>
          </a:xfrm>
        </p:spPr>
        <p:txBody>
          <a:bodyPr anchor="b">
            <a:normAutofit/>
          </a:bodyPr>
          <a:lstStyle>
            <a:lvl1pPr algn="l">
              <a:defRPr sz="5900" spc="-100" baseline="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1100015" y="4670246"/>
            <a:ext cx="7315200" cy="914400"/>
          </a:xfrm>
        </p:spPr>
        <p:txBody>
          <a:bodyPr anchor="t">
            <a:normAutofit/>
          </a:bodyPr>
          <a:lstStyle>
            <a:lvl1pPr marL="0" indent="0" algn="l">
              <a:buNone/>
              <a:defRPr sz="2200" cap="none" spc="0" baseline="0">
                <a:solidFill>
                  <a:schemeClr val="accent1">
                    <a:lumMod val="20000"/>
                    <a:lumOff val="80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586B75A-687E-405C-8A0B-8D00578BA2C3}" type="datetimeFigureOut">
              <a:rPr lang="en-US" dirty="0"/>
              <a:pPr/>
              <a:t>9/3/2025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86B75A-687E-405C-8A0B-8D00578BA2C3}" type="datetimeFigureOut">
              <a:rPr lang="en-US" dirty="0"/>
              <a:pPr/>
              <a:t>9/3/2025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867912" y="1298448"/>
            <a:ext cx="7315200" cy="3255264"/>
          </a:xfrm>
        </p:spPr>
        <p:txBody>
          <a:bodyPr anchor="b">
            <a:normAutofit/>
          </a:bodyPr>
          <a:lstStyle>
            <a:lvl1pPr>
              <a:defRPr sz="5900" b="0" spc="-100" baseline="0">
                <a:solidFill>
                  <a:schemeClr val="tx1">
                    <a:lumMod val="65000"/>
                    <a:lumOff val="3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3886200" y="4672584"/>
            <a:ext cx="7315200" cy="914400"/>
          </a:xfrm>
        </p:spPr>
        <p:txBody>
          <a:bodyPr anchor="t">
            <a:normAutofit/>
          </a:bodyPr>
          <a:lstStyle>
            <a:lvl1pPr marL="0" indent="0">
              <a:buNone/>
              <a:defRPr sz="2200" cap="none" spc="0" baseline="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586B75A-687E-405C-8A0B-8D00578BA2C3}" type="datetimeFigureOut">
              <a:rPr lang="en-US" dirty="0"/>
              <a:pPr/>
              <a:t>9/3/2025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3867912" y="868680"/>
            <a:ext cx="347472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818120" y="868680"/>
            <a:ext cx="347472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5586B75A-687E-405C-8A0B-8D00578BA2C3}" type="datetimeFigureOut">
              <a:rPr lang="en-US" dirty="0"/>
              <a:pPr/>
              <a:t>9/3/2025</a:t>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3867912" y="1023586"/>
            <a:ext cx="3474720" cy="807720"/>
          </a:xfrm>
        </p:spPr>
        <p:txBody>
          <a:bodyPr anchor="b">
            <a:normAutofit/>
          </a:bodyPr>
          <a:lstStyle>
            <a:lvl1pPr marL="0" indent="0">
              <a:spcBef>
                <a:spcPts val="0"/>
              </a:spcBef>
              <a:buNone/>
              <a:defRPr sz="2000" b="1">
                <a:solidFill>
                  <a:schemeClr val="tx1">
                    <a:lumMod val="65000"/>
                    <a:lumOff val="3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3867912" y="1930936"/>
            <a:ext cx="3474720" cy="402336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818463" y="1023586"/>
            <a:ext cx="3474720" cy="813171"/>
          </a:xfrm>
        </p:spPr>
        <p:txBody>
          <a:bodyPr anchor="b">
            <a:normAutofit/>
          </a:bodyPr>
          <a:lstStyle>
            <a:lvl1pPr marL="0" indent="0">
              <a:spcBef>
                <a:spcPts val="0"/>
              </a:spcBef>
              <a:buNone/>
              <a:defRPr sz="2000" b="1">
                <a:solidFill>
                  <a:schemeClr val="tx1">
                    <a:lumMod val="65000"/>
                    <a:lumOff val="3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7818463" y="1930936"/>
            <a:ext cx="3474720" cy="402336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p:cNvSpPr>
            <a:spLocks noGrp="1"/>
          </p:cNvSpPr>
          <p:nvPr>
            <p:ph type="dt" sz="half" idx="10"/>
          </p:nvPr>
        </p:nvSpPr>
        <p:spPr/>
        <p:txBody>
          <a:bodyPr/>
          <a:lstStyle/>
          <a:p>
            <a:fld id="{5586B75A-687E-405C-8A0B-8D00578BA2C3}" type="datetimeFigureOut">
              <a:rPr lang="en-US" dirty="0"/>
              <a:pPr/>
              <a:t>9/3/2025</a:t>
            </a:fld>
            <a:endParaRPr lang="en-US" dirty="0"/>
          </a:p>
        </p:txBody>
      </p:sp>
      <p:sp>
        <p:nvSpPr>
          <p:cNvPr id="11" name="Footer Placeholder 10"/>
          <p:cNvSpPr>
            <a:spLocks noGrp="1"/>
          </p:cNvSpPr>
          <p:nvPr>
            <p:ph type="ftr" sz="quarter" idx="11"/>
          </p:nvPr>
        </p:nvSpPr>
        <p:spPr/>
        <p:txBody>
          <a:bodyPr/>
          <a:lstStyle/>
          <a:p>
            <a:endParaRPr lang="en-US" dirty="0"/>
          </a:p>
        </p:txBody>
      </p:sp>
      <p:sp>
        <p:nvSpPr>
          <p:cNvPr id="12" name="Slide Number Placeholder 11"/>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2" name="Date Placeholder 1"/>
          <p:cNvSpPr>
            <a:spLocks noGrp="1"/>
          </p:cNvSpPr>
          <p:nvPr>
            <p:ph type="dt" sz="half" idx="10"/>
          </p:nvPr>
        </p:nvSpPr>
        <p:spPr/>
        <p:txBody>
          <a:bodyPr/>
          <a:lstStyle/>
          <a:p>
            <a:fld id="{5586B75A-687E-405C-8A0B-8D00578BA2C3}" type="datetimeFigureOut">
              <a:rPr lang="en-US" dirty="0"/>
              <a:pPr/>
              <a:t>9/3/2025</a:t>
            </a:fld>
            <a:endParaRPr lang="en-US" dirty="0"/>
          </a:p>
        </p:txBody>
      </p:sp>
      <p:sp>
        <p:nvSpPr>
          <p:cNvPr id="7" name="Footer Placeholder 6"/>
          <p:cNvSpPr>
            <a:spLocks noGrp="1"/>
          </p:cNvSpPr>
          <p:nvPr>
            <p:ph type="ftr" sz="quarter" idx="11"/>
          </p:nvPr>
        </p:nvSpPr>
        <p:spPr/>
        <p:txBody>
          <a:bodyPr/>
          <a:lstStyle/>
          <a:p>
            <a:endParaRPr lang="en-US" dirty="0"/>
          </a:p>
        </p:txBody>
      </p:sp>
      <p:sp>
        <p:nvSpPr>
          <p:cNvPr id="8" name="Slide Number Placeholder 7"/>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5586B75A-687E-405C-8A0B-8D00578BA2C3}" type="datetimeFigureOut">
              <a:rPr lang="en-US" dirty="0"/>
              <a:pPr/>
              <a:t>9/3/2025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6032" y="1143000"/>
            <a:ext cx="2834640" cy="2377440"/>
          </a:xfrm>
        </p:spPr>
        <p:txBody>
          <a:bodyPr anchor="b">
            <a:normAutofit/>
          </a:bodyPr>
          <a:lstStyle>
            <a:lvl1pPr>
              <a:defRPr sz="3200" b="0" baseline="0"/>
            </a:lvl1pPr>
          </a:lstStyle>
          <a:p>
            <a:r>
              <a:rPr lang="en-US"/>
              <a:t>Click to edit Master title style</a:t>
            </a:r>
            <a:endParaRPr lang="en-US" dirty="0"/>
          </a:p>
        </p:txBody>
      </p:sp>
      <p:sp>
        <p:nvSpPr>
          <p:cNvPr id="3" name="Content Placeholder 2"/>
          <p:cNvSpPr>
            <a:spLocks noGrp="1"/>
          </p:cNvSpPr>
          <p:nvPr>
            <p:ph idx="1"/>
          </p:nvPr>
        </p:nvSpPr>
        <p:spPr>
          <a:xfrm>
            <a:off x="3867912" y="868680"/>
            <a:ext cx="731520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6032" y="3494176"/>
            <a:ext cx="2834640" cy="2321990"/>
          </a:xfrm>
        </p:spPr>
        <p:txBody>
          <a:bodyPr anchor="t">
            <a:normAutofit/>
          </a:bodyPr>
          <a:lstStyle>
            <a:lvl1pPr marL="0" indent="0">
              <a:lnSpc>
                <a:spcPct val="100000"/>
              </a:lnSpc>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8" name="Date Placeholder 7"/>
          <p:cNvSpPr>
            <a:spLocks noGrp="1"/>
          </p:cNvSpPr>
          <p:nvPr>
            <p:ph type="dt" sz="half" idx="10"/>
          </p:nvPr>
        </p:nvSpPr>
        <p:spPr/>
        <p:txBody>
          <a:bodyPr/>
          <a:lstStyle/>
          <a:p>
            <a:fld id="{5586B75A-687E-405C-8A0B-8D00578BA2C3}" type="datetimeFigureOut">
              <a:rPr lang="en-US" dirty="0"/>
              <a:pPr/>
              <a:t>9/3/2025</a:t>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6032" y="1143000"/>
            <a:ext cx="2834640" cy="2377440"/>
          </a:xfrm>
        </p:spPr>
        <p:txBody>
          <a:bodyPr anchor="b">
            <a:normAutofit/>
          </a:bodyPr>
          <a:lstStyle>
            <a:lvl1pP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3570644" y="767419"/>
            <a:ext cx="8115230" cy="5330952"/>
          </a:xfrm>
          <a:solidFill>
            <a:schemeClr val="bg1">
              <a:lumMod val="75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256032" y="3493008"/>
            <a:ext cx="2834640" cy="2322576"/>
          </a:xfrm>
        </p:spPr>
        <p:txBody>
          <a:bodyPr anchor="t">
            <a:normAutofit/>
          </a:bodyPr>
          <a:lstStyle>
            <a:lvl1pPr marL="0" indent="0">
              <a:lnSpc>
                <a:spcPct val="100000"/>
              </a:lnSpc>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8" name="Date Placeholder 7"/>
          <p:cNvSpPr>
            <a:spLocks noGrp="1"/>
          </p:cNvSpPr>
          <p:nvPr>
            <p:ph type="dt" sz="half" idx="10"/>
          </p:nvPr>
        </p:nvSpPr>
        <p:spPr/>
        <p:txBody>
          <a:bodyPr/>
          <a:lstStyle/>
          <a:p>
            <a:fld id="{5586B75A-687E-405C-8A0B-8D00578BA2C3}" type="datetimeFigureOut">
              <a:rPr lang="en-US" dirty="0"/>
              <a:pPr/>
              <a:t>9/3/2025</a:t>
            </a:fld>
            <a:endParaRPr lang="en-US" dirty="0"/>
          </a:p>
        </p:txBody>
      </p:sp>
      <p:sp>
        <p:nvSpPr>
          <p:cNvPr id="9" name="Footer Placeholder 8"/>
          <p:cNvSpPr>
            <a:spLocks noGrp="1"/>
          </p:cNvSpPr>
          <p:nvPr>
            <p:ph type="ftr" sz="quarter" idx="11"/>
          </p:nvPr>
        </p:nvSpPr>
        <p:spPr>
          <a:xfrm>
            <a:off x="3499101" y="6356350"/>
            <a:ext cx="5911517" cy="365125"/>
          </a:xfrm>
        </p:spPr>
        <p:txBody>
          <a:bodyPr/>
          <a:lstStyle/>
          <a:p>
            <a:endParaRPr lang="en-US" dirty="0"/>
          </a:p>
        </p:txBody>
      </p:sp>
      <p:sp>
        <p:nvSpPr>
          <p:cNvPr id="10" name="Slide Number Placeholder 9"/>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586B75A-687E-405C-8A0B-8D00578BA2C3}" type="datetimeFigureOut">
              <a:rPr lang="en-US" dirty="0"/>
              <a:pPr/>
              <a:t>9/3/2025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81000" y="990600"/>
            <a:ext cx="2819400" cy="49530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3867912" y="868680"/>
            <a:ext cx="7315200" cy="5120640"/>
          </a:xfrm>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586B75A-687E-405C-8A0B-8D00578BA2C3}" type="datetimeFigureOut">
              <a:rPr lang="en-US" dirty="0"/>
              <a:pPr/>
              <a:t>9/3/2025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758952"/>
            <a:ext cx="3443590" cy="5330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252919" y="1123837"/>
            <a:ext cx="2947482" cy="460118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8" name="Rectangle 37"/>
          <p:cNvSpPr/>
          <p:nvPr/>
        </p:nvSpPr>
        <p:spPr>
          <a:xfrm>
            <a:off x="11815864" y="758952"/>
            <a:ext cx="384048"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Text Placeholder 2"/>
          <p:cNvSpPr>
            <a:spLocks noGrp="1"/>
          </p:cNvSpPr>
          <p:nvPr>
            <p:ph type="body" idx="1"/>
          </p:nvPr>
        </p:nvSpPr>
        <p:spPr>
          <a:xfrm>
            <a:off x="3869268" y="864108"/>
            <a:ext cx="7315200" cy="5120640"/>
          </a:xfrm>
          <a:prstGeom prst="rect">
            <a:avLst/>
          </a:prstGeom>
        </p:spPr>
        <p:txBody>
          <a:bodyPr vert="horz" lIns="91440" tIns="45720" rIns="91440" bIns="45720" rtlCol="0"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62465" y="6356350"/>
            <a:ext cx="2743200" cy="365125"/>
          </a:xfrm>
          <a:prstGeom prst="rect">
            <a:avLst/>
          </a:prstGeom>
        </p:spPr>
        <p:txBody>
          <a:bodyPr vert="horz" lIns="91440" tIns="45720" rIns="91440" bIns="45720" rtlCol="0" anchor="ctr"/>
          <a:lstStyle>
            <a:lvl1pPr algn="l">
              <a:defRPr sz="1100">
                <a:solidFill>
                  <a:schemeClr val="tx1">
                    <a:lumMod val="50000"/>
                    <a:lumOff val="50000"/>
                  </a:schemeClr>
                </a:solidFill>
              </a:defRPr>
            </a:lvl1pPr>
          </a:lstStyle>
          <a:p>
            <a:fld id="{5586B75A-687E-405C-8A0B-8D00578BA2C3}" type="datetimeFigureOut">
              <a:rPr lang="en-US" dirty="0"/>
              <a:pPr/>
              <a:t>9/3/2025</a:t>
            </a:fld>
            <a:endParaRPr lang="en-US" dirty="0"/>
          </a:p>
        </p:txBody>
      </p:sp>
      <p:sp>
        <p:nvSpPr>
          <p:cNvPr id="5" name="Footer Placeholder 4"/>
          <p:cNvSpPr>
            <a:spLocks noGrp="1"/>
          </p:cNvSpPr>
          <p:nvPr>
            <p:ph type="ftr" sz="quarter" idx="3"/>
          </p:nvPr>
        </p:nvSpPr>
        <p:spPr>
          <a:xfrm>
            <a:off x="3869268" y="6356350"/>
            <a:ext cx="5911517" cy="365125"/>
          </a:xfrm>
          <a:prstGeom prst="rect">
            <a:avLst/>
          </a:prstGeom>
        </p:spPr>
        <p:txBody>
          <a:bodyPr vert="horz" lIns="91440" tIns="45720" rIns="91440" bIns="45720" rtlCol="0" anchor="ctr"/>
          <a:lstStyle>
            <a:lvl1pPr algn="l">
              <a:defRPr sz="1100">
                <a:solidFill>
                  <a:schemeClr val="tx1">
                    <a:lumMod val="50000"/>
                    <a:lumOff val="50000"/>
                  </a:schemeClr>
                </a:solidFill>
              </a:defRPr>
            </a:lvl1pPr>
          </a:lstStyle>
          <a:p>
            <a:endParaRPr lang="en-US" dirty="0"/>
          </a:p>
        </p:txBody>
      </p:sp>
      <p:sp>
        <p:nvSpPr>
          <p:cNvPr id="6" name="Slide Number Placeholder 5"/>
          <p:cNvSpPr>
            <a:spLocks noGrp="1"/>
          </p:cNvSpPr>
          <p:nvPr>
            <p:ph type="sldNum" sz="quarter" idx="4"/>
          </p:nvPr>
        </p:nvSpPr>
        <p:spPr>
          <a:xfrm>
            <a:off x="10634135" y="6356350"/>
            <a:ext cx="1530927" cy="365125"/>
          </a:xfrm>
          <a:prstGeom prst="rect">
            <a:avLst/>
          </a:prstGeom>
        </p:spPr>
        <p:txBody>
          <a:bodyPr vert="horz" lIns="91440" tIns="45720" rIns="91440" bIns="45720" rtlCol="0" anchor="ctr"/>
          <a:lstStyle>
            <a:lvl1pPr algn="r">
              <a:defRPr sz="1200" b="1">
                <a:solidFill>
                  <a:schemeClr val="accent1"/>
                </a:solidFill>
              </a:defRPr>
            </a:lvl1pPr>
          </a:lstStyle>
          <a:p>
            <a:fld id="{4FAB73BC-B049-4115-A692-8D63A059BFB8}"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0" r:id="rId10"/>
    <p:sldLayoutId id="2147483851" r:id="rId11"/>
  </p:sldLayoutIdLst>
  <p:hf sldNum="0" hdr="0" ftr="0" dt="0"/>
  <p:txStyles>
    <p:titleStyle>
      <a:lvl1pPr algn="l" defTabSz="914400" rtl="0" eaLnBrk="1" latinLnBrk="0" hangingPunct="1">
        <a:lnSpc>
          <a:spcPct val="90000"/>
        </a:lnSpc>
        <a:spcBef>
          <a:spcPct val="0"/>
        </a:spcBef>
        <a:buNone/>
        <a:defRPr sz="3600" kern="1200" spc="-60" baseline="0">
          <a:solidFill>
            <a:srgbClr val="FFFFFF"/>
          </a:solid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buClr>
        <a:buFont typeface="Wingdings 2" pitchFamily="18" charset="2"/>
        <a:buChar char=""/>
        <a:defRPr sz="2000" kern="1200">
          <a:solidFill>
            <a:schemeClr val="tx1">
              <a:lumMod val="65000"/>
              <a:lumOff val="35000"/>
            </a:schemeClr>
          </a:solidFill>
          <a:latin typeface="+mn-lt"/>
          <a:ea typeface="+mn-ea"/>
          <a:cs typeface="+mn-cs"/>
        </a:defRPr>
      </a:lvl1pPr>
      <a:lvl2pPr marL="6858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800" kern="1200">
          <a:solidFill>
            <a:schemeClr val="tx1">
              <a:lumMod val="65000"/>
              <a:lumOff val="35000"/>
            </a:schemeClr>
          </a:solidFill>
          <a:latin typeface="+mn-lt"/>
          <a:ea typeface="+mn-ea"/>
          <a:cs typeface="+mn-cs"/>
        </a:defRPr>
      </a:lvl2pPr>
      <a:lvl3pPr marL="11430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600" kern="1200">
          <a:solidFill>
            <a:schemeClr val="tx1">
              <a:lumMod val="65000"/>
              <a:lumOff val="35000"/>
            </a:schemeClr>
          </a:solidFill>
          <a:latin typeface="+mn-lt"/>
          <a:ea typeface="+mn-ea"/>
          <a:cs typeface="+mn-cs"/>
        </a:defRPr>
      </a:lvl3pPr>
      <a:lvl4pPr marL="16002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4pPr>
      <a:lvl5pPr marL="20574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8pPr>
      <a:lvl9pPr marL="38862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Taking Control of the Controls</a:t>
            </a:r>
            <a:endParaRPr lang="en-IN" dirty="0"/>
          </a:p>
        </p:txBody>
      </p:sp>
    </p:spTree>
    <p:extLst>
      <p:ext uri="{BB962C8B-B14F-4D97-AF65-F5344CB8AC3E}">
        <p14:creationId xmlns:p14="http://schemas.microsoft.com/office/powerpoint/2010/main" val="15192913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Learn Objectives</a:t>
            </a:r>
            <a:endParaRPr lang="en-IN" dirty="0"/>
          </a:p>
        </p:txBody>
      </p:sp>
      <p:sp>
        <p:nvSpPr>
          <p:cNvPr id="3" name="Content Placeholder 2"/>
          <p:cNvSpPr>
            <a:spLocks noGrp="1"/>
          </p:cNvSpPr>
          <p:nvPr>
            <p:ph idx="1"/>
          </p:nvPr>
        </p:nvSpPr>
        <p:spPr/>
        <p:txBody>
          <a:bodyPr/>
          <a:lstStyle/>
          <a:p>
            <a:r>
              <a:rPr lang="en-US" dirty="0"/>
              <a:t>will learn about the various selectors available in </a:t>
            </a:r>
            <a:r>
              <a:rPr lang="en-US" dirty="0" err="1"/>
              <a:t>UiPath</a:t>
            </a:r>
            <a:r>
              <a:rPr lang="en-US" dirty="0"/>
              <a:t> to extract and take action on controls: </a:t>
            </a:r>
          </a:p>
          <a:p>
            <a:pPr lvl="1"/>
            <a:r>
              <a:rPr lang="en-US" dirty="0"/>
              <a:t>Finding and attach windows </a:t>
            </a:r>
          </a:p>
          <a:p>
            <a:pPr lvl="1"/>
            <a:r>
              <a:rPr lang="en-US" dirty="0"/>
              <a:t>Find controls </a:t>
            </a:r>
          </a:p>
          <a:p>
            <a:pPr lvl="1"/>
            <a:r>
              <a:rPr lang="en-US" dirty="0"/>
              <a:t>Techniques to wait for a control </a:t>
            </a:r>
          </a:p>
          <a:p>
            <a:pPr lvl="1"/>
            <a:r>
              <a:rPr lang="en-US" dirty="0"/>
              <a:t>Acting on controls - mouse and keyboard activities </a:t>
            </a:r>
          </a:p>
          <a:p>
            <a:pPr lvl="1"/>
            <a:r>
              <a:rPr lang="en-US" dirty="0"/>
              <a:t>Working with </a:t>
            </a:r>
            <a:r>
              <a:rPr lang="en-US" dirty="0" err="1"/>
              <a:t>UiExplorer</a:t>
            </a:r>
            <a:r>
              <a:rPr lang="en-US" dirty="0"/>
              <a:t> </a:t>
            </a:r>
          </a:p>
          <a:p>
            <a:pPr lvl="1"/>
            <a:r>
              <a:rPr lang="en-US" dirty="0"/>
              <a:t>Handling events</a:t>
            </a:r>
          </a:p>
          <a:p>
            <a:pPr lvl="1"/>
            <a:r>
              <a:rPr lang="en-US" dirty="0"/>
              <a:t>Screen Scraping </a:t>
            </a:r>
          </a:p>
          <a:p>
            <a:pPr lvl="1"/>
            <a:r>
              <a:rPr lang="en-US" dirty="0"/>
              <a:t>When to use OCR </a:t>
            </a:r>
          </a:p>
          <a:p>
            <a:pPr lvl="1"/>
            <a:r>
              <a:rPr lang="en-US" dirty="0"/>
              <a:t>Types of OCR available </a:t>
            </a:r>
          </a:p>
          <a:p>
            <a:pPr lvl="1"/>
            <a:r>
              <a:rPr lang="en-US" dirty="0"/>
              <a:t>How to use OCR</a:t>
            </a:r>
            <a:endParaRPr lang="en-IN" dirty="0"/>
          </a:p>
        </p:txBody>
      </p:sp>
    </p:spTree>
    <p:extLst>
      <p:ext uri="{BB962C8B-B14F-4D97-AF65-F5344CB8AC3E}">
        <p14:creationId xmlns:p14="http://schemas.microsoft.com/office/powerpoint/2010/main" val="40436003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Finding and attaching windows</a:t>
            </a:r>
          </a:p>
        </p:txBody>
      </p:sp>
      <p:sp>
        <p:nvSpPr>
          <p:cNvPr id="3" name="Content Placeholder 2"/>
          <p:cNvSpPr>
            <a:spLocks noGrp="1"/>
          </p:cNvSpPr>
          <p:nvPr>
            <p:ph idx="1"/>
          </p:nvPr>
        </p:nvSpPr>
        <p:spPr/>
        <p:txBody>
          <a:bodyPr/>
          <a:lstStyle/>
          <a:p>
            <a:r>
              <a:rPr lang="en-US" dirty="0"/>
              <a:t>The Attach Window activity can be found in the Activities panel.</a:t>
            </a:r>
          </a:p>
          <a:p>
            <a:r>
              <a:rPr lang="en-US" dirty="0"/>
              <a:t>This activity is generally used to attach an already opened window. </a:t>
            </a:r>
          </a:p>
          <a:p>
            <a:pPr lvl="1"/>
            <a:r>
              <a:rPr lang="en-US" dirty="0"/>
              <a:t>It is also auto-generated when we record actions using the Basic or Desktop recorder</a:t>
            </a:r>
          </a:p>
          <a:p>
            <a:endParaRPr lang="en-IN" dirty="0"/>
          </a:p>
        </p:txBody>
      </p:sp>
    </p:spTree>
    <p:extLst>
      <p:ext uri="{BB962C8B-B14F-4D97-AF65-F5344CB8AC3E}">
        <p14:creationId xmlns:p14="http://schemas.microsoft.com/office/powerpoint/2010/main" val="19859884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Implementing the Attach Window activity</a:t>
            </a:r>
            <a:endParaRPr lang="en-IN" dirty="0"/>
          </a:p>
        </p:txBody>
      </p:sp>
      <p:sp>
        <p:nvSpPr>
          <p:cNvPr id="3" name="Content Placeholder 2"/>
          <p:cNvSpPr>
            <a:spLocks noGrp="1"/>
          </p:cNvSpPr>
          <p:nvPr>
            <p:ph idx="1"/>
          </p:nvPr>
        </p:nvSpPr>
        <p:spPr/>
        <p:txBody>
          <a:bodyPr/>
          <a:lstStyle/>
          <a:p>
            <a:r>
              <a:rPr lang="en-US" dirty="0"/>
              <a:t>1. Create a blank project and give it a meaningful name. </a:t>
            </a:r>
          </a:p>
          <a:p>
            <a:r>
              <a:rPr lang="en-US" dirty="0"/>
              <a:t>2. Drag and drop a Flowchart activity on the Designer panel. Also, drag and drop a Click activity inside the Designer panel. Set this Click activity as the Start node. </a:t>
            </a:r>
          </a:p>
          <a:p>
            <a:r>
              <a:rPr lang="en-US" dirty="0"/>
              <a:t>3. Double-click on the Click activity and then click on Indicate on screen. Locate the Notepad icon. </a:t>
            </a:r>
          </a:p>
          <a:p>
            <a:r>
              <a:rPr lang="en-US" dirty="0"/>
              <a:t>4. Drag and drop the Attach Window activity on the main Designer panel. Connect the Attach Window activity to the Click activity. </a:t>
            </a:r>
          </a:p>
          <a:p>
            <a:r>
              <a:rPr lang="en-US" dirty="0"/>
              <a:t>5. Double-click on the Attach Window activity. Click on Click Window on Screen and indicate the Notepad window</a:t>
            </a:r>
          </a:p>
          <a:p>
            <a:r>
              <a:rPr lang="en-US" dirty="0"/>
              <a:t>6. drop the Type into activity, inside the Attach Window activity. Click on the Indicate element inside window and locate the Notepad window where you want to write the text</a:t>
            </a:r>
          </a:p>
          <a:p>
            <a:r>
              <a:rPr lang="en-US" dirty="0"/>
              <a:t>7. Run</a:t>
            </a:r>
            <a:endParaRPr lang="en-IN" dirty="0"/>
          </a:p>
        </p:txBody>
      </p:sp>
    </p:spTree>
    <p:extLst>
      <p:ext uri="{BB962C8B-B14F-4D97-AF65-F5344CB8AC3E}">
        <p14:creationId xmlns:p14="http://schemas.microsoft.com/office/powerpoint/2010/main" val="27570269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Finding the control</a:t>
            </a:r>
          </a:p>
        </p:txBody>
      </p:sp>
      <p:sp>
        <p:nvSpPr>
          <p:cNvPr id="3" name="Content Placeholder 2"/>
          <p:cNvSpPr>
            <a:spLocks noGrp="1"/>
          </p:cNvSpPr>
          <p:nvPr>
            <p:ph idx="1"/>
          </p:nvPr>
        </p:nvSpPr>
        <p:spPr/>
        <p:txBody>
          <a:bodyPr/>
          <a:lstStyle/>
          <a:p>
            <a:r>
              <a:rPr lang="en-US" dirty="0"/>
              <a:t>many activities which can be used to find controls on screen/ applications</a:t>
            </a:r>
          </a:p>
          <a:p>
            <a:r>
              <a:rPr lang="en-US" dirty="0"/>
              <a:t>the activities that help in finding the controls:</a:t>
            </a:r>
          </a:p>
          <a:p>
            <a:pPr lvl="1"/>
            <a:r>
              <a:rPr lang="en-US" dirty="0"/>
              <a:t>Anchor base </a:t>
            </a:r>
          </a:p>
          <a:p>
            <a:pPr lvl="1"/>
            <a:r>
              <a:rPr lang="en-US" dirty="0"/>
              <a:t>Element Exists </a:t>
            </a:r>
          </a:p>
          <a:p>
            <a:pPr lvl="1"/>
            <a:r>
              <a:rPr lang="en-US" dirty="0"/>
              <a:t>Element scope </a:t>
            </a:r>
          </a:p>
          <a:p>
            <a:pPr lvl="1"/>
            <a:r>
              <a:rPr lang="en-US" dirty="0"/>
              <a:t>Find children </a:t>
            </a:r>
          </a:p>
          <a:p>
            <a:pPr lvl="1"/>
            <a:r>
              <a:rPr lang="en-US" dirty="0"/>
              <a:t>Find element </a:t>
            </a:r>
          </a:p>
          <a:p>
            <a:pPr lvl="1"/>
            <a:r>
              <a:rPr lang="en-US" dirty="0"/>
              <a:t>Find relative element </a:t>
            </a:r>
          </a:p>
          <a:p>
            <a:pPr lvl="1"/>
            <a:r>
              <a:rPr lang="en-US" dirty="0"/>
              <a:t>Get ancestor </a:t>
            </a:r>
          </a:p>
          <a:p>
            <a:pPr lvl="1"/>
            <a:r>
              <a:rPr lang="en-US" dirty="0"/>
              <a:t>Indicate on screen</a:t>
            </a:r>
            <a:endParaRPr lang="en-IN" dirty="0"/>
          </a:p>
        </p:txBody>
      </p:sp>
    </p:spTree>
    <p:extLst>
      <p:ext uri="{BB962C8B-B14F-4D97-AF65-F5344CB8AC3E}">
        <p14:creationId xmlns:p14="http://schemas.microsoft.com/office/powerpoint/2010/main" val="14225711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Anchor base</a:t>
            </a:r>
          </a:p>
        </p:txBody>
      </p:sp>
      <p:sp>
        <p:nvSpPr>
          <p:cNvPr id="3" name="Content Placeholder 2"/>
          <p:cNvSpPr>
            <a:spLocks noGrp="1"/>
          </p:cNvSpPr>
          <p:nvPr>
            <p:ph idx="1"/>
          </p:nvPr>
        </p:nvSpPr>
        <p:spPr/>
        <p:txBody>
          <a:bodyPr/>
          <a:lstStyle/>
          <a:p>
            <a:r>
              <a:rPr lang="en-US" dirty="0"/>
              <a:t>is used for locating the UI element by looking at the UI element next to it.</a:t>
            </a:r>
          </a:p>
          <a:p>
            <a:r>
              <a:rPr lang="en-US" dirty="0"/>
              <a:t> This activity is used when we have no control over the selector</a:t>
            </a:r>
          </a:p>
          <a:p>
            <a:r>
              <a:rPr lang="en-US" dirty="0"/>
              <a:t>when we do not have a reliable selector, then we should use the Anchor base control to locate the UI</a:t>
            </a:r>
            <a:endParaRPr lang="en-IN" dirty="0"/>
          </a:p>
        </p:txBody>
      </p:sp>
    </p:spTree>
    <p:extLst>
      <p:ext uri="{BB962C8B-B14F-4D97-AF65-F5344CB8AC3E}">
        <p14:creationId xmlns:p14="http://schemas.microsoft.com/office/powerpoint/2010/main" val="29181982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Implement Anchor base</a:t>
            </a:r>
            <a:endParaRPr lang="en-IN" dirty="0"/>
          </a:p>
        </p:txBody>
      </p:sp>
      <p:sp>
        <p:nvSpPr>
          <p:cNvPr id="3" name="Content Placeholder 2"/>
          <p:cNvSpPr>
            <a:spLocks noGrp="1"/>
          </p:cNvSpPr>
          <p:nvPr>
            <p:ph idx="1"/>
          </p:nvPr>
        </p:nvSpPr>
        <p:spPr/>
        <p:txBody>
          <a:bodyPr/>
          <a:lstStyle/>
          <a:p>
            <a:r>
              <a:rPr lang="en-US" dirty="0"/>
              <a:t>1. Drag and drop a Flowchart activity and also drag and drop an Anchor base control from the Activities panel. Connect the Anchor base control with Start</a:t>
            </a:r>
          </a:p>
          <a:p>
            <a:r>
              <a:rPr lang="en-US" dirty="0"/>
              <a:t>2. Double-click on the Anchor base control</a:t>
            </a:r>
          </a:p>
          <a:p>
            <a:r>
              <a:rPr lang="en-US" dirty="0"/>
              <a:t>we have to supply to the Anchor base control: </a:t>
            </a:r>
          </a:p>
          <a:p>
            <a:pPr lvl="1"/>
            <a:r>
              <a:rPr lang="en-US" dirty="0"/>
              <a:t>Anchor and </a:t>
            </a:r>
          </a:p>
          <a:p>
            <a:pPr lvl="1"/>
            <a:r>
              <a:rPr lang="en-US" dirty="0"/>
              <a:t>action activities.</a:t>
            </a:r>
          </a:p>
          <a:p>
            <a:pPr lvl="1"/>
            <a:r>
              <a:rPr lang="en-US" dirty="0"/>
              <a:t>Drop  find element activity in anchor</a:t>
            </a:r>
          </a:p>
          <a:p>
            <a:pPr lvl="1"/>
            <a:r>
              <a:rPr lang="en-US" dirty="0"/>
              <a:t>Drop  Type into activity in the action activities</a:t>
            </a:r>
          </a:p>
          <a:p>
            <a:r>
              <a:rPr lang="en-US" dirty="0"/>
              <a:t>It will search relative element nearby the element on which want to perform the action</a:t>
            </a:r>
            <a:endParaRPr lang="en-IN" dirty="0"/>
          </a:p>
        </p:txBody>
      </p:sp>
    </p:spTree>
    <p:extLst>
      <p:ext uri="{BB962C8B-B14F-4D97-AF65-F5344CB8AC3E}">
        <p14:creationId xmlns:p14="http://schemas.microsoft.com/office/powerpoint/2010/main" val="15922509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Element Exists</a:t>
            </a:r>
            <a:endParaRPr lang="en-IN" dirty="0"/>
          </a:p>
        </p:txBody>
      </p:sp>
      <p:sp>
        <p:nvSpPr>
          <p:cNvPr id="3" name="Content Placeholder 2"/>
          <p:cNvSpPr>
            <a:spLocks noGrp="1"/>
          </p:cNvSpPr>
          <p:nvPr>
            <p:ph idx="1"/>
          </p:nvPr>
        </p:nvSpPr>
        <p:spPr/>
        <p:txBody>
          <a:bodyPr/>
          <a:lstStyle/>
          <a:p>
            <a:r>
              <a:rPr lang="en-US" dirty="0"/>
              <a:t>is used to check the availability of the UI element. </a:t>
            </a:r>
          </a:p>
          <a:p>
            <a:r>
              <a:rPr lang="en-US" dirty="0"/>
              <a:t>It checks if the UI element Exists or not. </a:t>
            </a:r>
          </a:p>
          <a:p>
            <a:pPr lvl="1"/>
            <a:r>
              <a:rPr lang="en-US" dirty="0"/>
              <a:t>It also returns a Boolean result if the UI Element Exists, then it returns true: </a:t>
            </a:r>
          </a:p>
          <a:p>
            <a:pPr lvl="1"/>
            <a:r>
              <a:rPr lang="en-US" dirty="0"/>
              <a:t>otherwise, it returns false</a:t>
            </a:r>
          </a:p>
          <a:p>
            <a:r>
              <a:rPr lang="en-US" dirty="0"/>
              <a:t>It is good practice to use this control for UI elements whose availability is not confirmed or those that change frequently</a:t>
            </a:r>
          </a:p>
          <a:p>
            <a:r>
              <a:rPr lang="en-US" dirty="0"/>
              <a:t>Use</a:t>
            </a:r>
          </a:p>
          <a:p>
            <a:pPr lvl="1"/>
            <a:r>
              <a:rPr lang="en-US" dirty="0"/>
              <a:t>drag and drop the Element Exists control from the Activities panel. </a:t>
            </a:r>
          </a:p>
          <a:p>
            <a:pPr lvl="2"/>
            <a:r>
              <a:rPr lang="en-US" dirty="0"/>
              <a:t>Double-click on it. You can see there is an Indicate on screen option. </a:t>
            </a:r>
          </a:p>
          <a:p>
            <a:pPr lvl="2"/>
            <a:r>
              <a:rPr lang="en-US" dirty="0"/>
              <a:t>Click on it to indicate the UI element. </a:t>
            </a:r>
          </a:p>
          <a:p>
            <a:pPr lvl="1"/>
            <a:r>
              <a:rPr lang="en-US" dirty="0"/>
              <a:t>It returns a Boolean result, which you can retrieve later from the Exists property. </a:t>
            </a:r>
          </a:p>
          <a:p>
            <a:pPr lvl="1"/>
            <a:r>
              <a:rPr lang="en-US" dirty="0"/>
              <a:t>You just have to supply a Boolean variable in the Exists property in the Properties panel. </a:t>
            </a:r>
            <a:endParaRPr lang="en-IN" dirty="0"/>
          </a:p>
        </p:txBody>
      </p:sp>
    </p:spTree>
    <p:extLst>
      <p:ext uri="{BB962C8B-B14F-4D97-AF65-F5344CB8AC3E}">
        <p14:creationId xmlns:p14="http://schemas.microsoft.com/office/powerpoint/2010/main" val="27494812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Element scope</a:t>
            </a:r>
          </a:p>
        </p:txBody>
      </p:sp>
      <p:sp>
        <p:nvSpPr>
          <p:cNvPr id="3" name="Content Placeholder 2"/>
          <p:cNvSpPr>
            <a:spLocks noGrp="1"/>
          </p:cNvSpPr>
          <p:nvPr>
            <p:ph idx="1"/>
          </p:nvPr>
        </p:nvSpPr>
        <p:spPr/>
        <p:txBody>
          <a:bodyPr/>
          <a:lstStyle/>
          <a:p>
            <a:r>
              <a:rPr lang="en-US" dirty="0"/>
              <a:t>is used to attach a UI element and perform multiple actions on it. </a:t>
            </a:r>
          </a:p>
          <a:p>
            <a:r>
              <a:rPr lang="en-US" dirty="0"/>
              <a:t>You can use a bunch of actions within a single UI element</a:t>
            </a:r>
          </a:p>
          <a:p>
            <a:r>
              <a:rPr lang="en-US" dirty="0"/>
              <a:t>Drag and drop the Element scope control and double-click on this control</a:t>
            </a:r>
          </a:p>
          <a:p>
            <a:pPr lvl="1"/>
            <a:r>
              <a:rPr lang="en-US" dirty="0"/>
              <a:t>you have to indicate the UI element by clicking on “Indicate on screen” and </a:t>
            </a:r>
          </a:p>
          <a:p>
            <a:pPr lvl="1"/>
            <a:r>
              <a:rPr lang="en-US" dirty="0"/>
              <a:t>specifying all the actions that you want to perform in the “Do sequence”</a:t>
            </a:r>
            <a:endParaRPr lang="en-IN" dirty="0"/>
          </a:p>
        </p:txBody>
      </p:sp>
    </p:spTree>
    <p:extLst>
      <p:ext uri="{BB962C8B-B14F-4D97-AF65-F5344CB8AC3E}">
        <p14:creationId xmlns:p14="http://schemas.microsoft.com/office/powerpoint/2010/main" val="26923896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Find children</a:t>
            </a:r>
          </a:p>
        </p:txBody>
      </p:sp>
      <p:sp>
        <p:nvSpPr>
          <p:cNvPr id="3" name="Content Placeholder 2"/>
          <p:cNvSpPr>
            <a:spLocks noGrp="1"/>
          </p:cNvSpPr>
          <p:nvPr>
            <p:ph idx="1"/>
          </p:nvPr>
        </p:nvSpPr>
        <p:spPr/>
        <p:txBody>
          <a:bodyPr/>
          <a:lstStyle/>
          <a:p>
            <a:r>
              <a:rPr lang="en-US" dirty="0"/>
              <a:t>used to find all the children UI elements of a specified UI element. </a:t>
            </a:r>
          </a:p>
          <a:p>
            <a:r>
              <a:rPr lang="en-US" dirty="0"/>
              <a:t>It also retrieves a collection of children UI elements. </a:t>
            </a:r>
          </a:p>
          <a:p>
            <a:r>
              <a:rPr lang="en-US" dirty="0"/>
              <a:t>You can use a loop to inspect all the children UI elements or set up some filter criteria to filter out the UI elements</a:t>
            </a:r>
          </a:p>
          <a:p>
            <a:r>
              <a:rPr lang="en-US" dirty="0"/>
              <a:t>Use</a:t>
            </a:r>
          </a:p>
          <a:p>
            <a:r>
              <a:rPr lang="en-US" dirty="0"/>
              <a:t>Drag and drop the Find children control from the Activities panel</a:t>
            </a:r>
          </a:p>
          <a:p>
            <a:r>
              <a:rPr lang="en-US" dirty="0"/>
              <a:t>Double-click on it to indicate the UI element that you want to specify. You can indicate it by clicking on Indicate on screen</a:t>
            </a:r>
          </a:p>
          <a:p>
            <a:r>
              <a:rPr lang="en-US" dirty="0"/>
              <a:t>You have to supply a variable of type </a:t>
            </a:r>
            <a:r>
              <a:rPr lang="en-US" dirty="0" err="1"/>
              <a:t>Ienumerable</a:t>
            </a:r>
            <a:r>
              <a:rPr lang="en-US" dirty="0"/>
              <a:t>&lt;</a:t>
            </a:r>
            <a:r>
              <a:rPr lang="en-US" dirty="0" err="1"/>
              <a:t>UIElements</a:t>
            </a:r>
            <a:r>
              <a:rPr lang="en-US" dirty="0"/>
              <a:t>&gt;  in the children property</a:t>
            </a:r>
            <a:endParaRPr lang="en-IN" dirty="0"/>
          </a:p>
        </p:txBody>
      </p:sp>
    </p:spTree>
    <p:extLst>
      <p:ext uri="{BB962C8B-B14F-4D97-AF65-F5344CB8AC3E}">
        <p14:creationId xmlns:p14="http://schemas.microsoft.com/office/powerpoint/2010/main" val="38487162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Find Element</a:t>
            </a:r>
            <a:endParaRPr lang="en-IN" dirty="0"/>
          </a:p>
        </p:txBody>
      </p:sp>
      <p:sp>
        <p:nvSpPr>
          <p:cNvPr id="3" name="Content Placeholder 2"/>
          <p:cNvSpPr>
            <a:spLocks noGrp="1"/>
          </p:cNvSpPr>
          <p:nvPr>
            <p:ph idx="1"/>
          </p:nvPr>
        </p:nvSpPr>
        <p:spPr/>
        <p:txBody>
          <a:bodyPr/>
          <a:lstStyle/>
          <a:p>
            <a:r>
              <a:rPr lang="en-US" dirty="0"/>
              <a:t>This control is used to find a particular UI element. It waits for that UI element to appear on the screen and returns it back.</a:t>
            </a:r>
          </a:p>
          <a:p>
            <a:r>
              <a:rPr lang="en-US" dirty="0"/>
              <a:t>Use</a:t>
            </a:r>
          </a:p>
          <a:p>
            <a:r>
              <a:rPr lang="en-US" dirty="0"/>
              <a:t>Just drag and drop this control, and indicate the UI element by clicking on Indicate on screen.</a:t>
            </a:r>
          </a:p>
          <a:p>
            <a:r>
              <a:rPr lang="en-US" dirty="0"/>
              <a:t>You can specify the variable of type UI element in property to check the output</a:t>
            </a:r>
          </a:p>
        </p:txBody>
      </p:sp>
    </p:spTree>
    <p:extLst>
      <p:ext uri="{BB962C8B-B14F-4D97-AF65-F5344CB8AC3E}">
        <p14:creationId xmlns:p14="http://schemas.microsoft.com/office/powerpoint/2010/main" val="26296593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Find Relative Element</a:t>
            </a:r>
            <a:endParaRPr lang="en-IN" dirty="0"/>
          </a:p>
        </p:txBody>
      </p:sp>
      <p:sp>
        <p:nvSpPr>
          <p:cNvPr id="3" name="Content Placeholder 2"/>
          <p:cNvSpPr>
            <a:spLocks noGrp="1"/>
          </p:cNvSpPr>
          <p:nvPr>
            <p:ph idx="1"/>
          </p:nvPr>
        </p:nvSpPr>
        <p:spPr/>
        <p:txBody>
          <a:bodyPr/>
          <a:lstStyle/>
          <a:p>
            <a:r>
              <a:rPr lang="en-US" dirty="0"/>
              <a:t>This control is similar to the Find element control.</a:t>
            </a:r>
          </a:p>
          <a:p>
            <a:r>
              <a:rPr lang="en-US" dirty="0"/>
              <a:t>it uses the relative fixed UI element to recognize the UI element properly. </a:t>
            </a:r>
          </a:p>
          <a:p>
            <a:r>
              <a:rPr lang="en-US" dirty="0"/>
              <a:t>This control can be used in scenarios where a reliable selector is not present.</a:t>
            </a:r>
          </a:p>
          <a:p>
            <a:r>
              <a:rPr lang="en-US" dirty="0"/>
              <a:t>Just drag and drop this control, and indicate the UI element by clicking on Indicate on screen. </a:t>
            </a:r>
          </a:p>
          <a:p>
            <a:r>
              <a:rPr lang="en-US" dirty="0"/>
              <a:t>You can also look for its selector property after indicating the UI element for better analysis</a:t>
            </a:r>
            <a:endParaRPr lang="en-IN" dirty="0"/>
          </a:p>
        </p:txBody>
      </p:sp>
    </p:spTree>
    <p:extLst>
      <p:ext uri="{BB962C8B-B14F-4D97-AF65-F5344CB8AC3E}">
        <p14:creationId xmlns:p14="http://schemas.microsoft.com/office/powerpoint/2010/main" val="39997584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Get ancestor</a:t>
            </a:r>
          </a:p>
        </p:txBody>
      </p:sp>
      <p:sp>
        <p:nvSpPr>
          <p:cNvPr id="3" name="Content Placeholder 2"/>
          <p:cNvSpPr>
            <a:spLocks noGrp="1"/>
          </p:cNvSpPr>
          <p:nvPr>
            <p:ph idx="1"/>
          </p:nvPr>
        </p:nvSpPr>
        <p:spPr/>
        <p:txBody>
          <a:bodyPr/>
          <a:lstStyle/>
          <a:p>
            <a:r>
              <a:rPr lang="en-US" dirty="0"/>
              <a:t>This control is used to retrieve the ancestor of the specified UI element.</a:t>
            </a:r>
          </a:p>
          <a:p>
            <a:r>
              <a:rPr lang="en-US" dirty="0"/>
              <a:t> You have to supply a variable to receive the ancestor element as output. </a:t>
            </a:r>
          </a:p>
          <a:p>
            <a:r>
              <a:rPr lang="en-US" dirty="0"/>
              <a:t>You can specify the variable name in the Ancestor property of the Get ancestor control. </a:t>
            </a:r>
          </a:p>
          <a:p>
            <a:r>
              <a:rPr lang="en-US" dirty="0"/>
              <a:t>After receiving the ancestor element, you can retrieve its attributes, properties, and so on for further analysis</a:t>
            </a:r>
          </a:p>
          <a:p>
            <a:endParaRPr lang="en-IN" dirty="0"/>
          </a:p>
        </p:txBody>
      </p:sp>
    </p:spTree>
    <p:extLst>
      <p:ext uri="{BB962C8B-B14F-4D97-AF65-F5344CB8AC3E}">
        <p14:creationId xmlns:p14="http://schemas.microsoft.com/office/powerpoint/2010/main" val="41214843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Indicate on screen</a:t>
            </a:r>
            <a:endParaRPr lang="en-IN" dirty="0"/>
          </a:p>
        </p:txBody>
      </p:sp>
      <p:sp>
        <p:nvSpPr>
          <p:cNvPr id="3" name="Content Placeholder 2"/>
          <p:cNvSpPr>
            <a:spLocks noGrp="1"/>
          </p:cNvSpPr>
          <p:nvPr>
            <p:ph idx="1"/>
          </p:nvPr>
        </p:nvSpPr>
        <p:spPr/>
        <p:txBody>
          <a:bodyPr/>
          <a:lstStyle/>
          <a:p>
            <a:r>
              <a:rPr lang="en-US" dirty="0"/>
              <a:t>This control is used to indicate and select the UI element or region at runtime. </a:t>
            </a:r>
          </a:p>
          <a:p>
            <a:r>
              <a:rPr lang="en-US" dirty="0"/>
              <a:t>It gives flexibility to indicate and select the UI element or region while running the workflow</a:t>
            </a:r>
          </a:p>
          <a:p>
            <a:r>
              <a:rPr lang="en-US" dirty="0"/>
              <a:t>Do not confuse this with Indicate on screen written inside any activity</a:t>
            </a:r>
          </a:p>
          <a:p>
            <a:r>
              <a:rPr lang="en-US" dirty="0"/>
              <a:t>This button is used to locate the region or UI element before the execution of the workflow, while the Indicate on screen control executes its process after the execution of the workflow</a:t>
            </a:r>
            <a:endParaRPr lang="en-IN" dirty="0"/>
          </a:p>
        </p:txBody>
      </p:sp>
    </p:spTree>
    <p:extLst>
      <p:ext uri="{BB962C8B-B14F-4D97-AF65-F5344CB8AC3E}">
        <p14:creationId xmlns:p14="http://schemas.microsoft.com/office/powerpoint/2010/main" val="2640789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Techniques for waiting for a control</a:t>
            </a:r>
            <a:endParaRPr lang="en-IN" dirty="0"/>
          </a:p>
        </p:txBody>
      </p:sp>
      <p:sp>
        <p:nvSpPr>
          <p:cNvPr id="3" name="Content Placeholder 2"/>
          <p:cNvSpPr>
            <a:spLocks noGrp="1"/>
          </p:cNvSpPr>
          <p:nvPr>
            <p:ph idx="1"/>
          </p:nvPr>
        </p:nvSpPr>
        <p:spPr/>
        <p:txBody>
          <a:bodyPr/>
          <a:lstStyle/>
          <a:p>
            <a:r>
              <a:rPr lang="en-US" dirty="0"/>
              <a:t>They are: </a:t>
            </a:r>
          </a:p>
          <a:p>
            <a:r>
              <a:rPr lang="en-US" dirty="0"/>
              <a:t>1. Wait Element Vanish </a:t>
            </a:r>
          </a:p>
          <a:p>
            <a:r>
              <a:rPr lang="en-US" dirty="0"/>
              <a:t>2. Wait Image Vanish </a:t>
            </a:r>
          </a:p>
          <a:p>
            <a:r>
              <a:rPr lang="en-US" dirty="0"/>
              <a:t>3. Wait attribute</a:t>
            </a:r>
            <a:endParaRPr lang="en-IN" dirty="0"/>
          </a:p>
        </p:txBody>
      </p:sp>
    </p:spTree>
    <p:extLst>
      <p:ext uri="{BB962C8B-B14F-4D97-AF65-F5344CB8AC3E}">
        <p14:creationId xmlns:p14="http://schemas.microsoft.com/office/powerpoint/2010/main" val="22245567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Wait Element Vanish</a:t>
            </a:r>
          </a:p>
        </p:txBody>
      </p:sp>
      <p:sp>
        <p:nvSpPr>
          <p:cNvPr id="3" name="Content Placeholder 2"/>
          <p:cNvSpPr>
            <a:spLocks noGrp="1"/>
          </p:cNvSpPr>
          <p:nvPr>
            <p:ph idx="1"/>
          </p:nvPr>
        </p:nvSpPr>
        <p:spPr/>
        <p:txBody>
          <a:bodyPr/>
          <a:lstStyle/>
          <a:p>
            <a:r>
              <a:rPr lang="en-US" dirty="0"/>
              <a:t>used to wait for a certain element to disappear from the screen</a:t>
            </a:r>
          </a:p>
          <a:p>
            <a:r>
              <a:rPr lang="en-US" dirty="0"/>
              <a:t>1. Create a Blank project and give it a meaningful name. </a:t>
            </a:r>
          </a:p>
          <a:p>
            <a:r>
              <a:rPr lang="en-US" dirty="0"/>
              <a:t>2. Drag and drop a Flowchart activity on the Designer panel. Also, drag and drop the Wait Element Vanish activity on the Designer panel. Set this activity as the Start node. </a:t>
            </a:r>
          </a:p>
          <a:p>
            <a:r>
              <a:rPr lang="en-US" dirty="0"/>
              <a:t>3. Double-click on the Wait Element Vanish activity, then indicate on the screen which element needs to vanish. </a:t>
            </a:r>
            <a:endParaRPr lang="en-IN" dirty="0"/>
          </a:p>
        </p:txBody>
      </p:sp>
    </p:spTree>
    <p:extLst>
      <p:ext uri="{BB962C8B-B14F-4D97-AF65-F5344CB8AC3E}">
        <p14:creationId xmlns:p14="http://schemas.microsoft.com/office/powerpoint/2010/main" val="21796067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Wait Image Vanish</a:t>
            </a:r>
          </a:p>
        </p:txBody>
      </p:sp>
      <p:sp>
        <p:nvSpPr>
          <p:cNvPr id="3" name="Content Placeholder 2"/>
          <p:cNvSpPr>
            <a:spLocks noGrp="1"/>
          </p:cNvSpPr>
          <p:nvPr>
            <p:ph idx="1"/>
          </p:nvPr>
        </p:nvSpPr>
        <p:spPr/>
        <p:txBody>
          <a:bodyPr/>
          <a:lstStyle/>
          <a:p>
            <a:r>
              <a:rPr lang="en-US" dirty="0"/>
              <a:t>activity is used to wait for an image to disappear from the UI element</a:t>
            </a:r>
          </a:p>
          <a:p>
            <a:r>
              <a:rPr lang="en-US" dirty="0"/>
              <a:t>difference between the Wait Element Vanish and the Wait Image Vanish activities is that the former is used to wait for an element to disappear, while the latter is used to wait for an image to disappear.</a:t>
            </a:r>
            <a:endParaRPr lang="en-IN" dirty="0"/>
          </a:p>
        </p:txBody>
      </p:sp>
    </p:spTree>
    <p:extLst>
      <p:ext uri="{BB962C8B-B14F-4D97-AF65-F5344CB8AC3E}">
        <p14:creationId xmlns:p14="http://schemas.microsoft.com/office/powerpoint/2010/main" val="5015281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Wait attribute</a:t>
            </a:r>
          </a:p>
        </p:txBody>
      </p:sp>
      <p:sp>
        <p:nvSpPr>
          <p:cNvPr id="3" name="Content Placeholder 2"/>
          <p:cNvSpPr>
            <a:spLocks noGrp="1"/>
          </p:cNvSpPr>
          <p:nvPr>
            <p:ph idx="1"/>
          </p:nvPr>
        </p:nvSpPr>
        <p:spPr/>
        <p:txBody>
          <a:bodyPr/>
          <a:lstStyle/>
          <a:p>
            <a:r>
              <a:rPr lang="en-US" dirty="0"/>
              <a:t>This activity is used to wait for the value of the specified element attribute to be equal to a string. We have to specify the string explicitly</a:t>
            </a:r>
          </a:p>
          <a:p>
            <a:r>
              <a:rPr lang="en-US" dirty="0"/>
              <a:t> 1. Drag and drop a Flowchart activity on the Designer panel. Next, drag and drop the Wait attribute on the Designer panel. Now, right-click on the Wait attribute activity and set it as the Start node. </a:t>
            </a:r>
          </a:p>
          <a:p>
            <a:r>
              <a:rPr lang="en-US" dirty="0"/>
              <a:t>2. Double-click on the Wait attribute activity. We have to specify three values: attribute, element, and text property. We also have to specify the element on which we have to supply the value:</a:t>
            </a:r>
          </a:p>
          <a:p>
            <a:r>
              <a:rPr lang="en-US" dirty="0"/>
              <a:t>3. Run</a:t>
            </a:r>
            <a:endParaRPr lang="en-IN" dirty="0"/>
          </a:p>
        </p:txBody>
      </p:sp>
    </p:spTree>
    <p:extLst>
      <p:ext uri="{BB962C8B-B14F-4D97-AF65-F5344CB8AC3E}">
        <p14:creationId xmlns:p14="http://schemas.microsoft.com/office/powerpoint/2010/main" val="3878310503"/>
      </p:ext>
    </p:extLst>
  </p:cSld>
  <p:clrMapOvr>
    <a:masterClrMapping/>
  </p:clrMapOvr>
</p:sld>
</file>

<file path=ppt/theme/theme1.xml><?xml version="1.0" encoding="utf-8"?>
<a:theme xmlns:a="http://schemas.openxmlformats.org/drawingml/2006/main" name="Frame">
  <a:themeElements>
    <a:clrScheme name="Frame">
      <a:dk1>
        <a:srgbClr val="000000"/>
      </a:dk1>
      <a:lt1>
        <a:srgbClr val="FFFFFF"/>
      </a:lt1>
      <a:dk2>
        <a:srgbClr val="545454"/>
      </a:dk2>
      <a:lt2>
        <a:srgbClr val="BFBFBF"/>
      </a:lt2>
      <a:accent1>
        <a:srgbClr val="40BAD2"/>
      </a:accent1>
      <a:accent2>
        <a:srgbClr val="FAB900"/>
      </a:accent2>
      <a:accent3>
        <a:srgbClr val="90BB23"/>
      </a:accent3>
      <a:accent4>
        <a:srgbClr val="EE7008"/>
      </a:accent4>
      <a:accent5>
        <a:srgbClr val="1AB39F"/>
      </a:accent5>
      <a:accent6>
        <a:srgbClr val="D5393D"/>
      </a:accent6>
      <a:hlink>
        <a:srgbClr val="90BB23"/>
      </a:hlink>
      <a:folHlink>
        <a:srgbClr val="EE7008"/>
      </a:folHlink>
    </a:clrScheme>
    <a:fontScheme name="Frame">
      <a:majorFont>
        <a:latin typeface="Corbel" panose="020B0503020204020204"/>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Frame">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20000"/>
                <a:lumMod val="102000"/>
              </a:schemeClr>
            </a:gs>
            <a:gs pos="48000">
              <a:schemeClr val="phClr">
                <a:tint val="98000"/>
                <a:shade val="90000"/>
                <a:satMod val="110000"/>
                <a:lumMod val="103000"/>
              </a:schemeClr>
            </a:gs>
            <a:gs pos="100000">
              <a:schemeClr val="phClr">
                <a:tint val="98000"/>
                <a:shade val="80000"/>
                <a:satMod val="100000"/>
              </a:schemeClr>
            </a:gs>
          </a:gsLst>
          <a:lin ang="5400000" scaled="0"/>
        </a:gradFill>
      </a:bgFillStyleLst>
    </a:fmtScheme>
  </a:themeElements>
  <a:objectDefaults/>
  <a:extraClrSchemeLst/>
  <a:extLst>
    <a:ext uri="{05A4C25C-085E-4340-85A3-A5531E510DB2}">
      <thm15:themeFamily xmlns:thm15="http://schemas.microsoft.com/office/thememl/2012/main" name="Frame" id="{F226E7A2-7162-461C-9490-D27D9DC04E43}" vid="{629A0216-3BBD-45C0-B63F-2683BEA18F60}"/>
    </a:ext>
  </a:extLst>
</a:theme>
</file>

<file path=docProps/app.xml><?xml version="1.0" encoding="utf-8"?>
<Properties xmlns="http://schemas.openxmlformats.org/officeDocument/2006/extended-properties" xmlns:vt="http://schemas.openxmlformats.org/officeDocument/2006/docPropsVTypes">
  <Template>TM03457475[[fn=Frame]]</Template>
  <TotalTime>479</TotalTime>
  <Words>1316</Words>
  <Application>Microsoft Office PowerPoint</Application>
  <PresentationFormat>Widescreen</PresentationFormat>
  <Paragraphs>114</Paragraphs>
  <Slides>18</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Corbel</vt:lpstr>
      <vt:lpstr>Wingdings 2</vt:lpstr>
      <vt:lpstr>Frame</vt:lpstr>
      <vt:lpstr>Taking Control of the Controls</vt:lpstr>
      <vt:lpstr>Learn Objectives</vt:lpstr>
      <vt:lpstr>Finding and attaching windows</vt:lpstr>
      <vt:lpstr>Implementing the Attach Window activity</vt:lpstr>
      <vt:lpstr>Finding the control</vt:lpstr>
      <vt:lpstr>Anchor base</vt:lpstr>
      <vt:lpstr>Implement Anchor base</vt:lpstr>
      <vt:lpstr>Element Exists</vt:lpstr>
      <vt:lpstr>Element scope</vt:lpstr>
      <vt:lpstr>Find children</vt:lpstr>
      <vt:lpstr>Find Element</vt:lpstr>
      <vt:lpstr>Find Relative Element</vt:lpstr>
      <vt:lpstr>Get ancestor</vt:lpstr>
      <vt:lpstr>Indicate on screen</vt:lpstr>
      <vt:lpstr>Techniques for waiting for a control</vt:lpstr>
      <vt:lpstr>Wait Element Vanish</vt:lpstr>
      <vt:lpstr>Wait Image Vanish</vt:lpstr>
      <vt:lpstr>Wait attribute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Taking Control of the Controls</dc:title>
  <dc:creator>Sreeadhya</dc:creator>
  <cp:lastModifiedBy>R Sarath Babu</cp:lastModifiedBy>
  <cp:revision>30</cp:revision>
  <dcterms:created xsi:type="dcterms:W3CDTF">2022-07-03T12:12:09Z</dcterms:created>
  <dcterms:modified xsi:type="dcterms:W3CDTF">2025-09-03T15:53:16Z</dcterms:modified>
</cp:coreProperties>
</file>